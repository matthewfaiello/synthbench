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0"/>
  </p:notesMasterIdLst>
  <p:sldIdLst>
    <p:sldId id="256" r:id="rId5"/>
    <p:sldId id="286" r:id="rId6"/>
    <p:sldId id="266" r:id="rId7"/>
    <p:sldId id="258" r:id="rId8"/>
    <p:sldId id="283" r:id="rId9"/>
    <p:sldId id="259" r:id="rId10"/>
    <p:sldId id="267" r:id="rId11"/>
    <p:sldId id="279" r:id="rId12"/>
    <p:sldId id="260" r:id="rId13"/>
    <p:sldId id="269" r:id="rId14"/>
    <p:sldId id="268" r:id="rId15"/>
    <p:sldId id="281" r:id="rId16"/>
    <p:sldId id="282" r:id="rId17"/>
    <p:sldId id="287" r:id="rId18"/>
    <p:sldId id="27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F3F7"/>
    <a:srgbClr val="D7E3D9"/>
    <a:srgbClr val="9AA9B8"/>
    <a:srgbClr val="5F6B7A"/>
    <a:srgbClr val="21354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FC96DA-21DF-5148-B28D-A52A56849962}" v="1326" dt="2026-04-23T18:09:09.5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iello Matthew (Contractor)" userId="273853d2-a5d2-4427-96a6-77c2e3c41298" providerId="ADAL" clId="{238F5C94-0C57-5419-B56D-7519A73AA18A}"/>
    <pc:docChg chg="undo custSel addSld delSld modSld sldOrd">
      <pc:chgData name="Faiello Matthew (Contractor)" userId="273853d2-a5d2-4427-96a6-77c2e3c41298" providerId="ADAL" clId="{238F5C94-0C57-5419-B56D-7519A73AA18A}" dt="2026-04-23T18:09:09.588" v="2207" actId="15"/>
      <pc:docMkLst>
        <pc:docMk/>
      </pc:docMkLst>
      <pc:sldChg chg="modSp mod">
        <pc:chgData name="Faiello Matthew (Contractor)" userId="273853d2-a5d2-4427-96a6-77c2e3c41298" providerId="ADAL" clId="{238F5C94-0C57-5419-B56D-7519A73AA18A}" dt="2026-04-23T17:20:48.339" v="2005" actId="242"/>
        <pc:sldMkLst>
          <pc:docMk/>
          <pc:sldMk cId="520854554" sldId="256"/>
        </pc:sldMkLst>
        <pc:spChg chg="mod">
          <ac:chgData name="Faiello Matthew (Contractor)" userId="273853d2-a5d2-4427-96a6-77c2e3c41298" providerId="ADAL" clId="{238F5C94-0C57-5419-B56D-7519A73AA18A}" dt="2026-04-23T17:20:48.339" v="2005" actId="242"/>
          <ac:spMkLst>
            <pc:docMk/>
            <pc:sldMk cId="520854554" sldId="256"/>
            <ac:spMk id="2" creationId="{4E42DEFA-D139-0BC4-5DF7-D8D42E2391FB}"/>
          </ac:spMkLst>
        </pc:spChg>
        <pc:spChg chg="mod">
          <ac:chgData name="Faiello Matthew (Contractor)" userId="273853d2-a5d2-4427-96a6-77c2e3c41298" providerId="ADAL" clId="{238F5C94-0C57-5419-B56D-7519A73AA18A}" dt="2026-04-23T17:20:35.670" v="2004" actId="20577"/>
          <ac:spMkLst>
            <pc:docMk/>
            <pc:sldMk cId="520854554" sldId="256"/>
            <ac:spMk id="3" creationId="{644D3908-D9D0-6EE2-1D1C-383461EE8656}"/>
          </ac:spMkLst>
        </pc:spChg>
      </pc:sldChg>
      <pc:sldChg chg="addSp modSp mod modNotesTx">
        <pc:chgData name="Faiello Matthew (Contractor)" userId="273853d2-a5d2-4427-96a6-77c2e3c41298" providerId="ADAL" clId="{238F5C94-0C57-5419-B56D-7519A73AA18A}" dt="2026-04-23T17:55:47.127" v="2098"/>
        <pc:sldMkLst>
          <pc:docMk/>
          <pc:sldMk cId="3538165973" sldId="258"/>
        </pc:sldMkLst>
        <pc:spChg chg="mod">
          <ac:chgData name="Faiello Matthew (Contractor)" userId="273853d2-a5d2-4427-96a6-77c2e3c41298" providerId="ADAL" clId="{238F5C94-0C57-5419-B56D-7519A73AA18A}" dt="2026-04-23T17:43:18.076" v="2055"/>
          <ac:spMkLst>
            <pc:docMk/>
            <pc:sldMk cId="3538165973" sldId="258"/>
            <ac:spMk id="2" creationId="{9DCF9059-4AAD-59B4-E4C0-1EFB9F70CDE4}"/>
          </ac:spMkLst>
        </pc:spChg>
        <pc:spChg chg="mod">
          <ac:chgData name="Faiello Matthew (Contractor)" userId="273853d2-a5d2-4427-96a6-77c2e3c41298" providerId="ADAL" clId="{238F5C94-0C57-5419-B56D-7519A73AA18A}" dt="2026-04-23T17:55:39.074" v="2087" actId="20577"/>
          <ac:spMkLst>
            <pc:docMk/>
            <pc:sldMk cId="3538165973" sldId="258"/>
            <ac:spMk id="3" creationId="{A343921C-C8D5-0EBC-D254-0140C560DE99}"/>
          </ac:spMkLst>
        </pc:spChg>
        <pc:spChg chg="add">
          <ac:chgData name="Faiello Matthew (Contractor)" userId="273853d2-a5d2-4427-96a6-77c2e3c41298" providerId="ADAL" clId="{238F5C94-0C57-5419-B56D-7519A73AA18A}" dt="2026-04-23T17:49:53.424" v="2063"/>
          <ac:spMkLst>
            <pc:docMk/>
            <pc:sldMk cId="3538165973" sldId="258"/>
            <ac:spMk id="4" creationId="{C89504A8-E115-36F3-7295-E7F2A3B58BB6}"/>
          </ac:spMkLst>
        </pc:spChg>
      </pc:sldChg>
      <pc:sldChg chg="addSp modSp mod">
        <pc:chgData name="Faiello Matthew (Contractor)" userId="273853d2-a5d2-4427-96a6-77c2e3c41298" providerId="ADAL" clId="{238F5C94-0C57-5419-B56D-7519A73AA18A}" dt="2026-04-23T17:22:02.553" v="2013"/>
        <pc:sldMkLst>
          <pc:docMk/>
          <pc:sldMk cId="1961828396" sldId="259"/>
        </pc:sldMkLst>
        <pc:spChg chg="mod">
          <ac:chgData name="Faiello Matthew (Contractor)" userId="273853d2-a5d2-4427-96a6-77c2e3c41298" providerId="ADAL" clId="{238F5C94-0C57-5419-B56D-7519A73AA18A}" dt="2026-04-23T17:22:02.553" v="2013"/>
          <ac:spMkLst>
            <pc:docMk/>
            <pc:sldMk cId="1961828396" sldId="259"/>
            <ac:spMk id="2" creationId="{58E3640B-2277-B93A-A4C0-5081AE3B1065}"/>
          </ac:spMkLst>
        </pc:spChg>
        <pc:spChg chg="add">
          <ac:chgData name="Faiello Matthew (Contractor)" userId="273853d2-a5d2-4427-96a6-77c2e3c41298" providerId="ADAL" clId="{238F5C94-0C57-5419-B56D-7519A73AA18A}" dt="2026-04-23T17:21:54.772" v="2012"/>
          <ac:spMkLst>
            <pc:docMk/>
            <pc:sldMk cId="1961828396" sldId="259"/>
            <ac:spMk id="4" creationId="{97B828A9-B5D2-1627-25A0-86D6D01CB7F5}"/>
          </ac:spMkLst>
        </pc:spChg>
      </pc:sldChg>
      <pc:sldChg chg="addSp modSp mod">
        <pc:chgData name="Faiello Matthew (Contractor)" userId="273853d2-a5d2-4427-96a6-77c2e3c41298" providerId="ADAL" clId="{238F5C94-0C57-5419-B56D-7519A73AA18A}" dt="2026-04-23T13:48:39.712" v="1822" actId="255"/>
        <pc:sldMkLst>
          <pc:docMk/>
          <pc:sldMk cId="1321204783" sldId="260"/>
        </pc:sldMkLst>
        <pc:spChg chg="mod">
          <ac:chgData name="Faiello Matthew (Contractor)" userId="273853d2-a5d2-4427-96a6-77c2e3c41298" providerId="ADAL" clId="{238F5C94-0C57-5419-B56D-7519A73AA18A}" dt="2026-04-23T13:47:58.975" v="1806" actId="20577"/>
          <ac:spMkLst>
            <pc:docMk/>
            <pc:sldMk cId="1321204783" sldId="260"/>
            <ac:spMk id="2" creationId="{6AE9E3C8-D76B-C0D1-66DF-BFD25F8FFE57}"/>
          </ac:spMkLst>
        </pc:spChg>
        <pc:spChg chg="mod">
          <ac:chgData name="Faiello Matthew (Contractor)" userId="273853d2-a5d2-4427-96a6-77c2e3c41298" providerId="ADAL" clId="{238F5C94-0C57-5419-B56D-7519A73AA18A}" dt="2026-04-23T13:48:39.712" v="1822" actId="255"/>
          <ac:spMkLst>
            <pc:docMk/>
            <pc:sldMk cId="1321204783" sldId="260"/>
            <ac:spMk id="3" creationId="{3AA78E86-B2A6-194D-2DA8-5BD0B2875044}"/>
          </ac:spMkLst>
        </pc:spChg>
        <pc:spChg chg="add">
          <ac:chgData name="Faiello Matthew (Contractor)" userId="273853d2-a5d2-4427-96a6-77c2e3c41298" providerId="ADAL" clId="{238F5C94-0C57-5419-B56D-7519A73AA18A}" dt="2026-04-22T18:36:35.195" v="315"/>
          <ac:spMkLst>
            <pc:docMk/>
            <pc:sldMk cId="1321204783" sldId="260"/>
            <ac:spMk id="4" creationId="{6F00D1A3-E183-7B19-6C8E-D28DDF75CA21}"/>
          </ac:spMkLst>
        </pc:spChg>
      </pc:sldChg>
      <pc:sldChg chg="modSp">
        <pc:chgData name="Faiello Matthew (Contractor)" userId="273853d2-a5d2-4427-96a6-77c2e3c41298" providerId="ADAL" clId="{238F5C94-0C57-5419-B56D-7519A73AA18A}" dt="2026-04-22T20:11:48.469" v="720"/>
        <pc:sldMkLst>
          <pc:docMk/>
          <pc:sldMk cId="2235754015" sldId="266"/>
        </pc:sldMkLst>
        <pc:spChg chg="mod">
          <ac:chgData name="Faiello Matthew (Contractor)" userId="273853d2-a5d2-4427-96a6-77c2e3c41298" providerId="ADAL" clId="{238F5C94-0C57-5419-B56D-7519A73AA18A}" dt="2026-04-22T20:11:48.469" v="720"/>
          <ac:spMkLst>
            <pc:docMk/>
            <pc:sldMk cId="2235754015" sldId="266"/>
            <ac:spMk id="2" creationId="{0C72A867-118C-1DE7-ED44-9988E4F50B62}"/>
          </ac:spMkLst>
        </pc:spChg>
      </pc:sldChg>
      <pc:sldChg chg="modSp mod">
        <pc:chgData name="Faiello Matthew (Contractor)" userId="273853d2-a5d2-4427-96a6-77c2e3c41298" providerId="ADAL" clId="{238F5C94-0C57-5419-B56D-7519A73AA18A}" dt="2026-04-23T17:22:17.352" v="2014" actId="20577"/>
        <pc:sldMkLst>
          <pc:docMk/>
          <pc:sldMk cId="559203836" sldId="267"/>
        </pc:sldMkLst>
        <pc:spChg chg="mod">
          <ac:chgData name="Faiello Matthew (Contractor)" userId="273853d2-a5d2-4427-96a6-77c2e3c41298" providerId="ADAL" clId="{238F5C94-0C57-5419-B56D-7519A73AA18A}" dt="2026-04-22T20:13:21.213" v="730"/>
          <ac:spMkLst>
            <pc:docMk/>
            <pc:sldMk cId="559203836" sldId="267"/>
            <ac:spMk id="2" creationId="{083EC582-F6AD-0DE4-D2CD-315733A30BE7}"/>
          </ac:spMkLst>
        </pc:spChg>
        <pc:spChg chg="mod">
          <ac:chgData name="Faiello Matthew (Contractor)" userId="273853d2-a5d2-4427-96a6-77c2e3c41298" providerId="ADAL" clId="{238F5C94-0C57-5419-B56D-7519A73AA18A}" dt="2026-04-23T17:22:17.352" v="2014" actId="20577"/>
          <ac:spMkLst>
            <pc:docMk/>
            <pc:sldMk cId="559203836" sldId="267"/>
            <ac:spMk id="3" creationId="{7BE2A95F-F753-47A0-133B-ADA7F5816059}"/>
          </ac:spMkLst>
        </pc:spChg>
      </pc:sldChg>
      <pc:sldChg chg="modSp mod">
        <pc:chgData name="Faiello Matthew (Contractor)" userId="273853d2-a5d2-4427-96a6-77c2e3c41298" providerId="ADAL" clId="{238F5C94-0C57-5419-B56D-7519A73AA18A}" dt="2026-04-23T13:22:18.886" v="1575" actId="20577"/>
        <pc:sldMkLst>
          <pc:docMk/>
          <pc:sldMk cId="3886996011" sldId="268"/>
        </pc:sldMkLst>
        <pc:spChg chg="mod">
          <ac:chgData name="Faiello Matthew (Contractor)" userId="273853d2-a5d2-4427-96a6-77c2e3c41298" providerId="ADAL" clId="{238F5C94-0C57-5419-B56D-7519A73AA18A}" dt="2026-04-23T13:22:18.886" v="1575" actId="20577"/>
          <ac:spMkLst>
            <pc:docMk/>
            <pc:sldMk cId="3886996011" sldId="268"/>
            <ac:spMk id="2" creationId="{ACF4DC05-A9B2-FB47-687E-1F9573ACE26A}"/>
          </ac:spMkLst>
        </pc:spChg>
      </pc:sldChg>
      <pc:sldChg chg="addSp modSp mod ord modNotesTx">
        <pc:chgData name="Faiello Matthew (Contractor)" userId="273853d2-a5d2-4427-96a6-77c2e3c41298" providerId="ADAL" clId="{238F5C94-0C57-5419-B56D-7519A73AA18A}" dt="2026-04-23T13:49:48.790" v="1839" actId="255"/>
        <pc:sldMkLst>
          <pc:docMk/>
          <pc:sldMk cId="2175766016" sldId="269"/>
        </pc:sldMkLst>
        <pc:spChg chg="mod">
          <ac:chgData name="Faiello Matthew (Contractor)" userId="273853d2-a5d2-4427-96a6-77c2e3c41298" providerId="ADAL" clId="{238F5C94-0C57-5419-B56D-7519A73AA18A}" dt="2026-04-23T13:49:05.233" v="1823"/>
          <ac:spMkLst>
            <pc:docMk/>
            <pc:sldMk cId="2175766016" sldId="269"/>
            <ac:spMk id="2" creationId="{089872CB-9D5A-B535-C515-D0C0243CC04A}"/>
          </ac:spMkLst>
        </pc:spChg>
        <pc:spChg chg="mod">
          <ac:chgData name="Faiello Matthew (Contractor)" userId="273853d2-a5d2-4427-96a6-77c2e3c41298" providerId="ADAL" clId="{238F5C94-0C57-5419-B56D-7519A73AA18A}" dt="2026-04-23T13:49:48.790" v="1839" actId="255"/>
          <ac:spMkLst>
            <pc:docMk/>
            <pc:sldMk cId="2175766016" sldId="269"/>
            <ac:spMk id="3" creationId="{6C9CCD1D-D7C4-A0DE-61BA-62E0E4FE162A}"/>
          </ac:spMkLst>
        </pc:spChg>
        <pc:spChg chg="add">
          <ac:chgData name="Faiello Matthew (Contractor)" userId="273853d2-a5d2-4427-96a6-77c2e3c41298" providerId="ADAL" clId="{238F5C94-0C57-5419-B56D-7519A73AA18A}" dt="2026-04-22T20:22:31.123" v="798"/>
          <ac:spMkLst>
            <pc:docMk/>
            <pc:sldMk cId="2175766016" sldId="269"/>
            <ac:spMk id="4" creationId="{A1BB625D-6B45-7F8B-8DE3-00093A792C78}"/>
          </ac:spMkLst>
        </pc:spChg>
      </pc:sldChg>
      <pc:sldChg chg="del">
        <pc:chgData name="Faiello Matthew (Contractor)" userId="273853d2-a5d2-4427-96a6-77c2e3c41298" providerId="ADAL" clId="{238F5C94-0C57-5419-B56D-7519A73AA18A}" dt="2026-04-22T18:20:32.391" v="110" actId="2696"/>
        <pc:sldMkLst>
          <pc:docMk/>
          <pc:sldMk cId="1716137552" sldId="273"/>
        </pc:sldMkLst>
      </pc:sldChg>
      <pc:sldChg chg="addSp delSp modSp mod modNotesTx">
        <pc:chgData name="Faiello Matthew (Contractor)" userId="273853d2-a5d2-4427-96a6-77c2e3c41298" providerId="ADAL" clId="{238F5C94-0C57-5419-B56D-7519A73AA18A}" dt="2026-04-23T17:34:37.060" v="2046" actId="20577"/>
        <pc:sldMkLst>
          <pc:docMk/>
          <pc:sldMk cId="3794914835" sldId="274"/>
        </pc:sldMkLst>
        <pc:spChg chg="mod">
          <ac:chgData name="Faiello Matthew (Contractor)" userId="273853d2-a5d2-4427-96a6-77c2e3c41298" providerId="ADAL" clId="{238F5C94-0C57-5419-B56D-7519A73AA18A}" dt="2026-04-23T17:24:13.828" v="2017" actId="20577"/>
          <ac:spMkLst>
            <pc:docMk/>
            <pc:sldMk cId="3794914835" sldId="274"/>
            <ac:spMk id="2" creationId="{F6A16970-BCFE-29B8-0A18-8F134E72742B}"/>
          </ac:spMkLst>
        </pc:spChg>
        <pc:spChg chg="mod">
          <ac:chgData name="Faiello Matthew (Contractor)" userId="273853d2-a5d2-4427-96a6-77c2e3c41298" providerId="ADAL" clId="{238F5C94-0C57-5419-B56D-7519A73AA18A}" dt="2026-04-23T17:34:37.060" v="2046" actId="20577"/>
          <ac:spMkLst>
            <pc:docMk/>
            <pc:sldMk cId="3794914835" sldId="274"/>
            <ac:spMk id="3" creationId="{DE18B3CC-7633-494A-2FE1-1C662EDC99E2}"/>
          </ac:spMkLst>
        </pc:spChg>
        <pc:spChg chg="add">
          <ac:chgData name="Faiello Matthew (Contractor)" userId="273853d2-a5d2-4427-96a6-77c2e3c41298" providerId="ADAL" clId="{238F5C94-0C57-5419-B56D-7519A73AA18A}" dt="2026-04-23T17:34:22.752" v="2041"/>
          <ac:spMkLst>
            <pc:docMk/>
            <pc:sldMk cId="3794914835" sldId="274"/>
            <ac:spMk id="4" creationId="{0F4FC9D4-67F5-768C-B57F-ADB7D852DA85}"/>
          </ac:spMkLst>
        </pc:spChg>
        <pc:spChg chg="add del mod">
          <ac:chgData name="Faiello Matthew (Contractor)" userId="273853d2-a5d2-4427-96a6-77c2e3c41298" providerId="ADAL" clId="{238F5C94-0C57-5419-B56D-7519A73AA18A}" dt="2026-04-22T21:04:28.146" v="1150" actId="478"/>
          <ac:spMkLst>
            <pc:docMk/>
            <pc:sldMk cId="3794914835" sldId="274"/>
            <ac:spMk id="4" creationId="{24698CA1-68F0-E104-1437-69D8EF1FF4AA}"/>
          </ac:spMkLst>
        </pc:spChg>
        <pc:spChg chg="add del mod">
          <ac:chgData name="Faiello Matthew (Contractor)" userId="273853d2-a5d2-4427-96a6-77c2e3c41298" providerId="ADAL" clId="{238F5C94-0C57-5419-B56D-7519A73AA18A}" dt="2026-04-22T21:13:25.311" v="1313" actId="478"/>
          <ac:spMkLst>
            <pc:docMk/>
            <pc:sldMk cId="3794914835" sldId="274"/>
            <ac:spMk id="5" creationId="{8D2E5FB6-1BAA-ED15-E016-EE7513D7FFD4}"/>
          </ac:spMkLst>
        </pc:spChg>
      </pc:sldChg>
      <pc:sldChg chg="addSp delSp modSp mod modNotesTx">
        <pc:chgData name="Faiello Matthew (Contractor)" userId="273853d2-a5d2-4427-96a6-77c2e3c41298" providerId="ADAL" clId="{238F5C94-0C57-5419-B56D-7519A73AA18A}" dt="2026-04-23T18:06:12.789" v="2182" actId="313"/>
        <pc:sldMkLst>
          <pc:docMk/>
          <pc:sldMk cId="2292489256" sldId="279"/>
        </pc:sldMkLst>
        <pc:spChg chg="mod">
          <ac:chgData name="Faiello Matthew (Contractor)" userId="273853d2-a5d2-4427-96a6-77c2e3c41298" providerId="ADAL" clId="{238F5C94-0C57-5419-B56D-7519A73AA18A}" dt="2026-04-23T17:22:33.264" v="2015"/>
          <ac:spMkLst>
            <pc:docMk/>
            <pc:sldMk cId="2292489256" sldId="279"/>
            <ac:spMk id="2" creationId="{BB30831C-D902-6031-0366-462379CEC8FF}"/>
          </ac:spMkLst>
        </pc:spChg>
        <pc:spChg chg="mod">
          <ac:chgData name="Faiello Matthew (Contractor)" userId="273853d2-a5d2-4427-96a6-77c2e3c41298" providerId="ADAL" clId="{238F5C94-0C57-5419-B56D-7519A73AA18A}" dt="2026-04-23T18:06:12.789" v="2182" actId="313"/>
          <ac:spMkLst>
            <pc:docMk/>
            <pc:sldMk cId="2292489256" sldId="279"/>
            <ac:spMk id="3" creationId="{1B2C9F6D-8D92-995F-D4D2-77E75C070E8C}"/>
          </ac:spMkLst>
        </pc:spChg>
        <pc:spChg chg="add">
          <ac:chgData name="Faiello Matthew (Contractor)" userId="273853d2-a5d2-4427-96a6-77c2e3c41298" providerId="ADAL" clId="{238F5C94-0C57-5419-B56D-7519A73AA18A}" dt="2026-04-22T18:21:38.555" v="116"/>
          <ac:spMkLst>
            <pc:docMk/>
            <pc:sldMk cId="2292489256" sldId="279"/>
            <ac:spMk id="4" creationId="{922628A7-B291-AC59-E14E-7A662C05C2EA}"/>
          </ac:spMkLst>
        </pc:spChg>
        <pc:spChg chg="add">
          <ac:chgData name="Faiello Matthew (Contractor)" userId="273853d2-a5d2-4427-96a6-77c2e3c41298" providerId="ADAL" clId="{238F5C94-0C57-5419-B56D-7519A73AA18A}" dt="2026-04-23T13:14:22.948" v="1455"/>
          <ac:spMkLst>
            <pc:docMk/>
            <pc:sldMk cId="2292489256" sldId="279"/>
            <ac:spMk id="4" creationId="{A9500499-14A2-A299-A698-6473D1F16CD7}"/>
          </ac:spMkLst>
        </pc:spChg>
        <pc:spChg chg="add del mod">
          <ac:chgData name="Faiello Matthew (Contractor)" userId="273853d2-a5d2-4427-96a6-77c2e3c41298" providerId="ADAL" clId="{238F5C94-0C57-5419-B56D-7519A73AA18A}" dt="2026-04-22T20:17:31.722" v="773" actId="478"/>
          <ac:spMkLst>
            <pc:docMk/>
            <pc:sldMk cId="2292489256" sldId="279"/>
            <ac:spMk id="5" creationId="{59FFCFBD-22DE-DDF5-9074-4EA98F6C2D32}"/>
          </ac:spMkLst>
        </pc:spChg>
        <pc:spChg chg="add">
          <ac:chgData name="Faiello Matthew (Contractor)" userId="273853d2-a5d2-4427-96a6-77c2e3c41298" providerId="ADAL" clId="{238F5C94-0C57-5419-B56D-7519A73AA18A}" dt="2026-04-22T20:36:04.125" v="908"/>
          <ac:spMkLst>
            <pc:docMk/>
            <pc:sldMk cId="2292489256" sldId="279"/>
            <ac:spMk id="6" creationId="{F6045A15-17DA-55C9-34F7-CEA662C6B5D4}"/>
          </ac:spMkLst>
        </pc:spChg>
        <pc:spChg chg="add del mod">
          <ac:chgData name="Faiello Matthew (Contractor)" userId="273853d2-a5d2-4427-96a6-77c2e3c41298" providerId="ADAL" clId="{238F5C94-0C57-5419-B56D-7519A73AA18A}" dt="2026-04-22T21:23:52.524" v="1352" actId="478"/>
          <ac:spMkLst>
            <pc:docMk/>
            <pc:sldMk cId="2292489256" sldId="279"/>
            <ac:spMk id="7" creationId="{E9384662-CDB4-CADB-600E-C535A40ADEE9}"/>
          </ac:spMkLst>
        </pc:spChg>
      </pc:sldChg>
      <pc:sldChg chg="addSp delSp modSp mod">
        <pc:chgData name="Faiello Matthew (Contractor)" userId="273853d2-a5d2-4427-96a6-77c2e3c41298" providerId="ADAL" clId="{238F5C94-0C57-5419-B56D-7519A73AA18A}" dt="2026-04-23T13:29:26.728" v="1623" actId="1076"/>
        <pc:sldMkLst>
          <pc:docMk/>
          <pc:sldMk cId="339757933" sldId="281"/>
        </pc:sldMkLst>
        <pc:spChg chg="mod">
          <ac:chgData name="Faiello Matthew (Contractor)" userId="273853d2-a5d2-4427-96a6-77c2e3c41298" providerId="ADAL" clId="{238F5C94-0C57-5419-B56D-7519A73AA18A}" dt="2026-04-22T21:36:39.260" v="1399" actId="20577"/>
          <ac:spMkLst>
            <pc:docMk/>
            <pc:sldMk cId="339757933" sldId="281"/>
            <ac:spMk id="2" creationId="{78387C7A-FE32-4F18-34A0-F545B1917541}"/>
          </ac:spMkLst>
        </pc:spChg>
        <pc:spChg chg="add mod">
          <ac:chgData name="Faiello Matthew (Contractor)" userId="273853d2-a5d2-4427-96a6-77c2e3c41298" providerId="ADAL" clId="{238F5C94-0C57-5419-B56D-7519A73AA18A}" dt="2026-04-22T18:46:57.013" v="415" actId="20577"/>
          <ac:spMkLst>
            <pc:docMk/>
            <pc:sldMk cId="339757933" sldId="281"/>
            <ac:spMk id="3" creationId="{45DD4B39-A48C-D09C-7C02-12121FD2A4BF}"/>
          </ac:spMkLst>
        </pc:spChg>
        <pc:spChg chg="add mod">
          <ac:chgData name="Faiello Matthew (Contractor)" userId="273853d2-a5d2-4427-96a6-77c2e3c41298" providerId="ADAL" clId="{238F5C94-0C57-5419-B56D-7519A73AA18A}" dt="2026-04-22T18:47:00.253" v="417" actId="20577"/>
          <ac:spMkLst>
            <pc:docMk/>
            <pc:sldMk cId="339757933" sldId="281"/>
            <ac:spMk id="4" creationId="{A0002021-59D6-84A1-7819-155FDD98CE8F}"/>
          </ac:spMkLst>
        </pc:spChg>
        <pc:spChg chg="add mod">
          <ac:chgData name="Faiello Matthew (Contractor)" userId="273853d2-a5d2-4427-96a6-77c2e3c41298" providerId="ADAL" clId="{238F5C94-0C57-5419-B56D-7519A73AA18A}" dt="2026-04-22T18:39:34.190" v="347" actId="171"/>
          <ac:spMkLst>
            <pc:docMk/>
            <pc:sldMk cId="339757933" sldId="281"/>
            <ac:spMk id="5" creationId="{71F17313-47DB-EE87-E7F0-7103FD070681}"/>
          </ac:spMkLst>
        </pc:spChg>
        <pc:spChg chg="add del mod">
          <ac:chgData name="Faiello Matthew (Contractor)" userId="273853d2-a5d2-4427-96a6-77c2e3c41298" providerId="ADAL" clId="{238F5C94-0C57-5419-B56D-7519A73AA18A}" dt="2026-04-23T13:29:14.661" v="1620" actId="478"/>
          <ac:spMkLst>
            <pc:docMk/>
            <pc:sldMk cId="339757933" sldId="281"/>
            <ac:spMk id="6" creationId="{9E73D47C-A4E3-3511-1367-1ED9377A2678}"/>
          </ac:spMkLst>
        </pc:spChg>
        <pc:spChg chg="add del mod">
          <ac:chgData name="Faiello Matthew (Contractor)" userId="273853d2-a5d2-4427-96a6-77c2e3c41298" providerId="ADAL" clId="{238F5C94-0C57-5419-B56D-7519A73AA18A}" dt="2026-04-22T18:41:51.797" v="359" actId="478"/>
          <ac:spMkLst>
            <pc:docMk/>
            <pc:sldMk cId="339757933" sldId="281"/>
            <ac:spMk id="6" creationId="{E69988E1-E3DB-2477-A088-5F928E5691E8}"/>
          </ac:spMkLst>
        </pc:spChg>
        <pc:spChg chg="mod">
          <ac:chgData name="Faiello Matthew (Contractor)" userId="273853d2-a5d2-4427-96a6-77c2e3c41298" providerId="ADAL" clId="{238F5C94-0C57-5419-B56D-7519A73AA18A}" dt="2026-04-22T18:44:39.495" v="409" actId="208"/>
          <ac:spMkLst>
            <pc:docMk/>
            <pc:sldMk cId="339757933" sldId="281"/>
            <ac:spMk id="7" creationId="{23C2E415-85F6-17A6-B6CB-8460B1E99A29}"/>
          </ac:spMkLst>
        </pc:spChg>
        <pc:spChg chg="mod">
          <ac:chgData name="Faiello Matthew (Contractor)" userId="273853d2-a5d2-4427-96a6-77c2e3c41298" providerId="ADAL" clId="{238F5C94-0C57-5419-B56D-7519A73AA18A}" dt="2026-04-22T18:44:39.495" v="409" actId="208"/>
          <ac:spMkLst>
            <pc:docMk/>
            <pc:sldMk cId="339757933" sldId="281"/>
            <ac:spMk id="8" creationId="{E898A931-85EE-8B9B-CB5E-6C2F3628C5FF}"/>
          </ac:spMkLst>
        </pc:spChg>
        <pc:spChg chg="mod">
          <ac:chgData name="Faiello Matthew (Contractor)" userId="273853d2-a5d2-4427-96a6-77c2e3c41298" providerId="ADAL" clId="{238F5C94-0C57-5419-B56D-7519A73AA18A}" dt="2026-04-23T13:29:26.728" v="1623" actId="1076"/>
          <ac:spMkLst>
            <pc:docMk/>
            <pc:sldMk cId="339757933" sldId="281"/>
            <ac:spMk id="9" creationId="{2F0D964C-4434-05AA-3EE2-070EBB9CE406}"/>
          </ac:spMkLst>
        </pc:spChg>
        <pc:spChg chg="mod">
          <ac:chgData name="Faiello Matthew (Contractor)" userId="273853d2-a5d2-4427-96a6-77c2e3c41298" providerId="ADAL" clId="{238F5C94-0C57-5419-B56D-7519A73AA18A}" dt="2026-04-23T13:27:03.825" v="1617" actId="1076"/>
          <ac:spMkLst>
            <pc:docMk/>
            <pc:sldMk cId="339757933" sldId="281"/>
            <ac:spMk id="10" creationId="{CEF6F7F6-CB09-89FC-47FA-F06C035C5DD8}"/>
          </ac:spMkLst>
        </pc:spChg>
        <pc:spChg chg="add del mod">
          <ac:chgData name="Faiello Matthew (Contractor)" userId="273853d2-a5d2-4427-96a6-77c2e3c41298" providerId="ADAL" clId="{238F5C94-0C57-5419-B56D-7519A73AA18A}" dt="2026-04-22T18:56:37.361" v="479"/>
          <ac:spMkLst>
            <pc:docMk/>
            <pc:sldMk cId="339757933" sldId="281"/>
            <ac:spMk id="11" creationId="{3A6C9D38-D36B-3CED-0421-4452EB3AD3F8}"/>
          </ac:spMkLst>
        </pc:spChg>
        <pc:spChg chg="add mod">
          <ac:chgData name="Faiello Matthew (Contractor)" userId="273853d2-a5d2-4427-96a6-77c2e3c41298" providerId="ADAL" clId="{238F5C94-0C57-5419-B56D-7519A73AA18A}" dt="2026-04-22T18:57:39.899" v="483" actId="1076"/>
          <ac:spMkLst>
            <pc:docMk/>
            <pc:sldMk cId="339757933" sldId="281"/>
            <ac:spMk id="12" creationId="{07CD7858-FEDB-8E17-8513-A3C91E6A567C}"/>
          </ac:spMkLst>
        </pc:spChg>
        <pc:spChg chg="mod">
          <ac:chgData name="Faiello Matthew (Contractor)" userId="273853d2-a5d2-4427-96a6-77c2e3c41298" providerId="ADAL" clId="{238F5C94-0C57-5419-B56D-7519A73AA18A}" dt="2026-04-22T18:48:55.137" v="429" actId="1076"/>
          <ac:spMkLst>
            <pc:docMk/>
            <pc:sldMk cId="339757933" sldId="281"/>
            <ac:spMk id="670" creationId="{69D7700C-E915-90BF-DA96-1996A68AD6F2}"/>
          </ac:spMkLst>
        </pc:spChg>
        <pc:spChg chg="mod">
          <ac:chgData name="Faiello Matthew (Contractor)" userId="273853d2-a5d2-4427-96a6-77c2e3c41298" providerId="ADAL" clId="{238F5C94-0C57-5419-B56D-7519A73AA18A}" dt="2026-04-22T18:49:07.886" v="430" actId="1076"/>
          <ac:spMkLst>
            <pc:docMk/>
            <pc:sldMk cId="339757933" sldId="281"/>
            <ac:spMk id="674" creationId="{B2961448-BB59-4BC1-6563-345D33325D70}"/>
          </ac:spMkLst>
        </pc:spChg>
        <pc:spChg chg="mod">
          <ac:chgData name="Faiello Matthew (Contractor)" userId="273853d2-a5d2-4427-96a6-77c2e3c41298" providerId="ADAL" clId="{238F5C94-0C57-5419-B56D-7519A73AA18A}" dt="2026-04-22T18:49:20.590" v="432" actId="1076"/>
          <ac:spMkLst>
            <pc:docMk/>
            <pc:sldMk cId="339757933" sldId="281"/>
            <ac:spMk id="678" creationId="{4358CD0B-A270-61B0-C783-3575A60DC33D}"/>
          </ac:spMkLst>
        </pc:spChg>
        <pc:spChg chg="mod">
          <ac:chgData name="Faiello Matthew (Contractor)" userId="273853d2-a5d2-4427-96a6-77c2e3c41298" providerId="ADAL" clId="{238F5C94-0C57-5419-B56D-7519A73AA18A}" dt="2026-04-22T18:48:26.210" v="427" actId="14100"/>
          <ac:spMkLst>
            <pc:docMk/>
            <pc:sldMk cId="339757933" sldId="281"/>
            <ac:spMk id="682" creationId="{3A634EF8-26CF-1775-EDAD-36843D2AB250}"/>
          </ac:spMkLst>
        </pc:spChg>
        <pc:spChg chg="mod">
          <ac:chgData name="Faiello Matthew (Contractor)" userId="273853d2-a5d2-4427-96a6-77c2e3c41298" providerId="ADAL" clId="{238F5C94-0C57-5419-B56D-7519A73AA18A}" dt="2026-04-22T18:49:39.284" v="436" actId="1076"/>
          <ac:spMkLst>
            <pc:docMk/>
            <pc:sldMk cId="339757933" sldId="281"/>
            <ac:spMk id="686" creationId="{AB6F4C3E-8603-C6F5-A6CD-673B5E983DEE}"/>
          </ac:spMkLst>
        </pc:spChg>
        <pc:spChg chg="mod">
          <ac:chgData name="Faiello Matthew (Contractor)" userId="273853d2-a5d2-4427-96a6-77c2e3c41298" providerId="ADAL" clId="{238F5C94-0C57-5419-B56D-7519A73AA18A}" dt="2026-04-22T18:49:45.264" v="437" actId="1076"/>
          <ac:spMkLst>
            <pc:docMk/>
            <pc:sldMk cId="339757933" sldId="281"/>
            <ac:spMk id="690" creationId="{7EB1C4FD-9A47-C3F1-BC90-16D5E89DDBF1}"/>
          </ac:spMkLst>
        </pc:spChg>
        <pc:spChg chg="mod">
          <ac:chgData name="Faiello Matthew (Contractor)" userId="273853d2-a5d2-4427-96a6-77c2e3c41298" providerId="ADAL" clId="{238F5C94-0C57-5419-B56D-7519A73AA18A}" dt="2026-04-22T21:37:06.044" v="1400" actId="1076"/>
          <ac:spMkLst>
            <pc:docMk/>
            <pc:sldMk cId="339757933" sldId="281"/>
            <ac:spMk id="693" creationId="{2AB77C53-FDBA-33EA-24F4-1F173DE94632}"/>
          </ac:spMkLst>
        </pc:spChg>
        <pc:spChg chg="mod">
          <ac:chgData name="Faiello Matthew (Contractor)" userId="273853d2-a5d2-4427-96a6-77c2e3c41298" providerId="ADAL" clId="{238F5C94-0C57-5419-B56D-7519A73AA18A}" dt="2026-04-22T18:49:53.095" v="438" actId="1076"/>
          <ac:spMkLst>
            <pc:docMk/>
            <pc:sldMk cId="339757933" sldId="281"/>
            <ac:spMk id="694" creationId="{29290596-B362-7ADC-D62A-A411F27D8840}"/>
          </ac:spMkLst>
        </pc:spChg>
        <pc:spChg chg="mod">
          <ac:chgData name="Faiello Matthew (Contractor)" userId="273853d2-a5d2-4427-96a6-77c2e3c41298" providerId="ADAL" clId="{238F5C94-0C57-5419-B56D-7519A73AA18A}" dt="2026-04-22T21:37:06.044" v="1400" actId="1076"/>
          <ac:spMkLst>
            <pc:docMk/>
            <pc:sldMk cId="339757933" sldId="281"/>
            <ac:spMk id="711" creationId="{707A2D3D-F2F9-512E-FCB0-FB444C8C6A8C}"/>
          </ac:spMkLst>
        </pc:spChg>
        <pc:spChg chg="mod">
          <ac:chgData name="Faiello Matthew (Contractor)" userId="273853d2-a5d2-4427-96a6-77c2e3c41298" providerId="ADAL" clId="{238F5C94-0C57-5419-B56D-7519A73AA18A}" dt="2026-04-22T21:37:06.044" v="1400" actId="1076"/>
          <ac:spMkLst>
            <pc:docMk/>
            <pc:sldMk cId="339757933" sldId="281"/>
            <ac:spMk id="718" creationId="{A698C0CC-D265-D0BA-24E5-1A757F551789}"/>
          </ac:spMkLst>
        </pc:spChg>
        <pc:spChg chg="mod">
          <ac:chgData name="Faiello Matthew (Contractor)" userId="273853d2-a5d2-4427-96a6-77c2e3c41298" providerId="ADAL" clId="{238F5C94-0C57-5419-B56D-7519A73AA18A}" dt="2026-04-23T13:26:43.695" v="1611" actId="1076"/>
          <ac:spMkLst>
            <pc:docMk/>
            <pc:sldMk cId="339757933" sldId="281"/>
            <ac:spMk id="728" creationId="{6BD9C33B-E99C-71DA-63B2-6E35EB5F0A2C}"/>
          </ac:spMkLst>
        </pc:spChg>
        <pc:spChg chg="mod">
          <ac:chgData name="Faiello Matthew (Contractor)" userId="273853d2-a5d2-4427-96a6-77c2e3c41298" providerId="ADAL" clId="{238F5C94-0C57-5419-B56D-7519A73AA18A}" dt="2026-04-23T13:26:27.434" v="1609" actId="1076"/>
          <ac:spMkLst>
            <pc:docMk/>
            <pc:sldMk cId="339757933" sldId="281"/>
            <ac:spMk id="730" creationId="{2E91DF48-899C-435C-CFB1-D975C5C045DC}"/>
          </ac:spMkLst>
        </pc:spChg>
        <pc:spChg chg="mod">
          <ac:chgData name="Faiello Matthew (Contractor)" userId="273853d2-a5d2-4427-96a6-77c2e3c41298" providerId="ADAL" clId="{238F5C94-0C57-5419-B56D-7519A73AA18A}" dt="2026-04-23T13:26:24.008" v="1608" actId="1076"/>
          <ac:spMkLst>
            <pc:docMk/>
            <pc:sldMk cId="339757933" sldId="281"/>
            <ac:spMk id="731" creationId="{10DCF3F8-867B-DE64-E6F8-6CB2A3C40F13}"/>
          </ac:spMkLst>
        </pc:spChg>
        <pc:spChg chg="mod">
          <ac:chgData name="Faiello Matthew (Contractor)" userId="273853d2-a5d2-4427-96a6-77c2e3c41298" providerId="ADAL" clId="{238F5C94-0C57-5419-B56D-7519A73AA18A}" dt="2026-04-22T21:37:06.044" v="1400" actId="1076"/>
          <ac:spMkLst>
            <pc:docMk/>
            <pc:sldMk cId="339757933" sldId="281"/>
            <ac:spMk id="732" creationId="{91A7C541-C95E-282A-C0F7-C423A5C1FC9E}"/>
          </ac:spMkLst>
        </pc:spChg>
        <pc:spChg chg="mod">
          <ac:chgData name="Faiello Matthew (Contractor)" userId="273853d2-a5d2-4427-96a6-77c2e3c41298" providerId="ADAL" clId="{238F5C94-0C57-5419-B56D-7519A73AA18A}" dt="2026-04-22T21:37:06.044" v="1400" actId="1076"/>
          <ac:spMkLst>
            <pc:docMk/>
            <pc:sldMk cId="339757933" sldId="281"/>
            <ac:spMk id="744" creationId="{AFDF28C6-E4B2-3E9A-07E3-92AF20AA8A26}"/>
          </ac:spMkLst>
        </pc:spChg>
        <pc:spChg chg="mod">
          <ac:chgData name="Faiello Matthew (Contractor)" userId="273853d2-a5d2-4427-96a6-77c2e3c41298" providerId="ADAL" clId="{238F5C94-0C57-5419-B56D-7519A73AA18A}" dt="2026-04-22T21:37:06.044" v="1400" actId="1076"/>
          <ac:spMkLst>
            <pc:docMk/>
            <pc:sldMk cId="339757933" sldId="281"/>
            <ac:spMk id="769" creationId="{B7EB5C16-6B8A-E185-B58B-F18ECA57721E}"/>
          </ac:spMkLst>
        </pc:spChg>
        <pc:spChg chg="mod">
          <ac:chgData name="Faiello Matthew (Contractor)" userId="273853d2-a5d2-4427-96a6-77c2e3c41298" providerId="ADAL" clId="{238F5C94-0C57-5419-B56D-7519A73AA18A}" dt="2026-04-22T21:37:06.044" v="1400" actId="1076"/>
          <ac:spMkLst>
            <pc:docMk/>
            <pc:sldMk cId="339757933" sldId="281"/>
            <ac:spMk id="770" creationId="{DD4B2FE9-AF01-6182-D857-4D41BE9F6634}"/>
          </ac:spMkLst>
        </pc:spChg>
        <pc:spChg chg="mod">
          <ac:chgData name="Faiello Matthew (Contractor)" userId="273853d2-a5d2-4427-96a6-77c2e3c41298" providerId="ADAL" clId="{238F5C94-0C57-5419-B56D-7519A73AA18A}" dt="2026-04-22T21:37:06.044" v="1400" actId="1076"/>
          <ac:spMkLst>
            <pc:docMk/>
            <pc:sldMk cId="339757933" sldId="281"/>
            <ac:spMk id="773" creationId="{556F39F5-340E-8D73-BA34-764DAE6A91B0}"/>
          </ac:spMkLst>
        </pc:spChg>
        <pc:spChg chg="mod">
          <ac:chgData name="Faiello Matthew (Contractor)" userId="273853d2-a5d2-4427-96a6-77c2e3c41298" providerId="ADAL" clId="{238F5C94-0C57-5419-B56D-7519A73AA18A}" dt="2026-04-22T21:37:06.044" v="1400" actId="1076"/>
          <ac:spMkLst>
            <pc:docMk/>
            <pc:sldMk cId="339757933" sldId="281"/>
            <ac:spMk id="793" creationId="{A1AF593C-E79D-486E-B368-B65F1CE1C906}"/>
          </ac:spMkLst>
        </pc:spChg>
        <pc:spChg chg="mod">
          <ac:chgData name="Faiello Matthew (Contractor)" userId="273853d2-a5d2-4427-96a6-77c2e3c41298" providerId="ADAL" clId="{238F5C94-0C57-5419-B56D-7519A73AA18A}" dt="2026-04-22T19:00:45.267" v="487" actId="20577"/>
          <ac:spMkLst>
            <pc:docMk/>
            <pc:sldMk cId="339757933" sldId="281"/>
            <ac:spMk id="796" creationId="{0B8D6190-F826-6BAF-06E5-5E433A2C4C47}"/>
          </ac:spMkLst>
        </pc:spChg>
        <pc:spChg chg="mod">
          <ac:chgData name="Faiello Matthew (Contractor)" userId="273853d2-a5d2-4427-96a6-77c2e3c41298" providerId="ADAL" clId="{238F5C94-0C57-5419-B56D-7519A73AA18A}" dt="2026-04-22T21:37:06.044" v="1400" actId="1076"/>
          <ac:spMkLst>
            <pc:docMk/>
            <pc:sldMk cId="339757933" sldId="281"/>
            <ac:spMk id="807" creationId="{37393C15-AAA6-16FB-FC88-59062BAF6481}"/>
          </ac:spMkLst>
        </pc:spChg>
      </pc:sldChg>
      <pc:sldChg chg="modSp mod modNotesTx">
        <pc:chgData name="Faiello Matthew (Contractor)" userId="273853d2-a5d2-4427-96a6-77c2e3c41298" providerId="ADAL" clId="{238F5C94-0C57-5419-B56D-7519A73AA18A}" dt="2026-04-23T18:09:09.588" v="2207" actId="15"/>
        <pc:sldMkLst>
          <pc:docMk/>
          <pc:sldMk cId="4092553901" sldId="282"/>
        </pc:sldMkLst>
        <pc:spChg chg="mod">
          <ac:chgData name="Faiello Matthew (Contractor)" userId="273853d2-a5d2-4427-96a6-77c2e3c41298" providerId="ADAL" clId="{238F5C94-0C57-5419-B56D-7519A73AA18A}" dt="2026-04-23T17:27:57.814" v="2018"/>
          <ac:spMkLst>
            <pc:docMk/>
            <pc:sldMk cId="4092553901" sldId="282"/>
            <ac:spMk id="2" creationId="{5188B78C-9CA4-F363-D98C-F91F1F9E3186}"/>
          </ac:spMkLst>
        </pc:spChg>
        <pc:spChg chg="mod">
          <ac:chgData name="Faiello Matthew (Contractor)" userId="273853d2-a5d2-4427-96a6-77c2e3c41298" providerId="ADAL" clId="{238F5C94-0C57-5419-B56D-7519A73AA18A}" dt="2026-04-23T18:09:09.588" v="2207" actId="15"/>
          <ac:spMkLst>
            <pc:docMk/>
            <pc:sldMk cId="4092553901" sldId="282"/>
            <ac:spMk id="3" creationId="{ED8A83F8-E732-8E31-CB42-E253BDB4C06A}"/>
          </ac:spMkLst>
        </pc:spChg>
      </pc:sldChg>
      <pc:sldChg chg="modSp mod">
        <pc:chgData name="Faiello Matthew (Contractor)" userId="273853d2-a5d2-4427-96a6-77c2e3c41298" providerId="ADAL" clId="{238F5C94-0C57-5419-B56D-7519A73AA18A}" dt="2026-04-23T17:21:35.848" v="2011"/>
        <pc:sldMkLst>
          <pc:docMk/>
          <pc:sldMk cId="2620295763" sldId="283"/>
        </pc:sldMkLst>
        <pc:spChg chg="mod">
          <ac:chgData name="Faiello Matthew (Contractor)" userId="273853d2-a5d2-4427-96a6-77c2e3c41298" providerId="ADAL" clId="{238F5C94-0C57-5419-B56D-7519A73AA18A}" dt="2026-04-23T17:21:35.848" v="2011"/>
          <ac:spMkLst>
            <pc:docMk/>
            <pc:sldMk cId="2620295763" sldId="283"/>
            <ac:spMk id="2" creationId="{43F72C41-A3AF-292D-13E0-C6597CA1F9F2}"/>
          </ac:spMkLst>
        </pc:spChg>
        <pc:spChg chg="mod">
          <ac:chgData name="Faiello Matthew (Contractor)" userId="273853d2-a5d2-4427-96a6-77c2e3c41298" providerId="ADAL" clId="{238F5C94-0C57-5419-B56D-7519A73AA18A}" dt="2026-04-23T13:38:53.800" v="1732" actId="20577"/>
          <ac:spMkLst>
            <pc:docMk/>
            <pc:sldMk cId="2620295763" sldId="283"/>
            <ac:spMk id="3" creationId="{E708DDF8-324A-B155-3419-CB7989935655}"/>
          </ac:spMkLst>
        </pc:spChg>
      </pc:sldChg>
      <pc:sldChg chg="addSp modSp mod">
        <pc:chgData name="Faiello Matthew (Contractor)" userId="273853d2-a5d2-4427-96a6-77c2e3c41298" providerId="ADAL" clId="{238F5C94-0C57-5419-B56D-7519A73AA18A}" dt="2026-04-23T13:03:10.522" v="1416" actId="20577"/>
        <pc:sldMkLst>
          <pc:docMk/>
          <pc:sldMk cId="2608258777" sldId="286"/>
        </pc:sldMkLst>
        <pc:spChg chg="mod">
          <ac:chgData name="Faiello Matthew (Contractor)" userId="273853d2-a5d2-4427-96a6-77c2e3c41298" providerId="ADAL" clId="{238F5C94-0C57-5419-B56D-7519A73AA18A}" dt="2026-04-23T13:03:10.522" v="1416" actId="20577"/>
          <ac:spMkLst>
            <pc:docMk/>
            <pc:sldMk cId="2608258777" sldId="286"/>
            <ac:spMk id="3" creationId="{742AA0F5-D1BC-286D-DB41-6017ACDF813C}"/>
          </ac:spMkLst>
        </pc:spChg>
        <pc:spChg chg="add">
          <ac:chgData name="Faiello Matthew (Contractor)" userId="273853d2-a5d2-4427-96a6-77c2e3c41298" providerId="ADAL" clId="{238F5C94-0C57-5419-B56D-7519A73AA18A}" dt="2026-04-23T13:02:57.807" v="1412"/>
          <ac:spMkLst>
            <pc:docMk/>
            <pc:sldMk cId="2608258777" sldId="286"/>
            <ac:spMk id="4" creationId="{0C1CAAB1-88C5-A105-0D33-01E787A4E74E}"/>
          </ac:spMkLst>
        </pc:spChg>
        <pc:spChg chg="add">
          <ac:chgData name="Faiello Matthew (Contractor)" userId="273853d2-a5d2-4427-96a6-77c2e3c41298" providerId="ADAL" clId="{238F5C94-0C57-5419-B56D-7519A73AA18A}" dt="2026-04-22T20:10:31.842" v="715"/>
          <ac:spMkLst>
            <pc:docMk/>
            <pc:sldMk cId="2608258777" sldId="286"/>
            <ac:spMk id="4" creationId="{419B1A82-5E6D-7898-87DC-026C2BA8F909}"/>
          </ac:spMkLst>
        </pc:spChg>
      </pc:sldChg>
      <pc:sldChg chg="addSp delSp modSp new mod modNotesTx">
        <pc:chgData name="Faiello Matthew (Contractor)" userId="273853d2-a5d2-4427-96a6-77c2e3c41298" providerId="ADAL" clId="{238F5C94-0C57-5419-B56D-7519A73AA18A}" dt="2026-04-22T21:21:16.819" v="1348" actId="27636"/>
        <pc:sldMkLst>
          <pc:docMk/>
          <pc:sldMk cId="148167925" sldId="287"/>
        </pc:sldMkLst>
        <pc:spChg chg="mod">
          <ac:chgData name="Faiello Matthew (Contractor)" userId="273853d2-a5d2-4427-96a6-77c2e3c41298" providerId="ADAL" clId="{238F5C94-0C57-5419-B56D-7519A73AA18A}" dt="2026-04-22T20:55:32.745" v="1083"/>
          <ac:spMkLst>
            <pc:docMk/>
            <pc:sldMk cId="148167925" sldId="287"/>
            <ac:spMk id="2" creationId="{85A30462-E3BC-ADAD-C8E8-10CEDD40233F}"/>
          </ac:spMkLst>
        </pc:spChg>
        <pc:spChg chg="mod">
          <ac:chgData name="Faiello Matthew (Contractor)" userId="273853d2-a5d2-4427-96a6-77c2e3c41298" providerId="ADAL" clId="{238F5C94-0C57-5419-B56D-7519A73AA18A}" dt="2026-04-22T21:21:16.819" v="1348" actId="27636"/>
          <ac:spMkLst>
            <pc:docMk/>
            <pc:sldMk cId="148167925" sldId="287"/>
            <ac:spMk id="3" creationId="{F72D04E9-0661-1DF7-0A0F-BB7F9AAF2D89}"/>
          </ac:spMkLst>
        </pc:spChg>
        <pc:spChg chg="add mod">
          <ac:chgData name="Faiello Matthew (Contractor)" userId="273853d2-a5d2-4427-96a6-77c2e3c41298" providerId="ADAL" clId="{238F5C94-0C57-5419-B56D-7519A73AA18A}" dt="2026-04-22T19:23:51.960" v="509" actId="767"/>
          <ac:spMkLst>
            <pc:docMk/>
            <pc:sldMk cId="148167925" sldId="287"/>
            <ac:spMk id="4" creationId="{0BD64B3D-85DE-3805-4922-ECAF82A9AC55}"/>
          </ac:spMkLst>
        </pc:spChg>
        <pc:spChg chg="add del mod">
          <ac:chgData name="Faiello Matthew (Contractor)" userId="273853d2-a5d2-4427-96a6-77c2e3c41298" providerId="ADAL" clId="{238F5C94-0C57-5419-B56D-7519A73AA18A}" dt="2026-04-22T19:49:31.350" v="588" actId="478"/>
          <ac:spMkLst>
            <pc:docMk/>
            <pc:sldMk cId="148167925" sldId="287"/>
            <ac:spMk id="5" creationId="{CA5DA773-59A8-AE6D-B4D3-917A8B9D14D7}"/>
          </ac:spMkLst>
        </pc:spChg>
        <pc:spChg chg="add del mod">
          <ac:chgData name="Faiello Matthew (Contractor)" userId="273853d2-a5d2-4427-96a6-77c2e3c41298" providerId="ADAL" clId="{238F5C94-0C57-5419-B56D-7519A73AA18A}" dt="2026-04-22T19:49:58.243" v="598" actId="478"/>
          <ac:spMkLst>
            <pc:docMk/>
            <pc:sldMk cId="148167925" sldId="287"/>
            <ac:spMk id="6" creationId="{7D99E811-0BE4-5B23-F7C6-CF8D6873FF6E}"/>
          </ac:spMkLst>
        </pc:spChg>
        <pc:spChg chg="add del mod">
          <ac:chgData name="Faiello Matthew (Contractor)" userId="273853d2-a5d2-4427-96a6-77c2e3c41298" providerId="ADAL" clId="{238F5C94-0C57-5419-B56D-7519A73AA18A}" dt="2026-04-22T20:58:42.120" v="1087" actId="478"/>
          <ac:spMkLst>
            <pc:docMk/>
            <pc:sldMk cId="148167925" sldId="287"/>
            <ac:spMk id="7" creationId="{FA63D750-5178-71A7-9596-4558F56FD737}"/>
          </ac:spMkLst>
        </pc:spChg>
        <pc:spChg chg="add del mod">
          <ac:chgData name="Faiello Matthew (Contractor)" userId="273853d2-a5d2-4427-96a6-77c2e3c41298" providerId="ADAL" clId="{238F5C94-0C57-5419-B56D-7519A73AA18A}" dt="2026-04-22T21:01:52.143" v="1121" actId="478"/>
          <ac:spMkLst>
            <pc:docMk/>
            <pc:sldMk cId="148167925" sldId="287"/>
            <ac:spMk id="8" creationId="{A3CF0869-0EE2-ED5A-246F-711509664BC6}"/>
          </ac:spMkLst>
        </pc:spChg>
        <pc:spChg chg="add del mod">
          <ac:chgData name="Faiello Matthew (Contractor)" userId="273853d2-a5d2-4427-96a6-77c2e3c41298" providerId="ADAL" clId="{238F5C94-0C57-5419-B56D-7519A73AA18A}" dt="2026-04-22T21:06:10.659" v="1161" actId="478"/>
          <ac:spMkLst>
            <pc:docMk/>
            <pc:sldMk cId="148167925" sldId="287"/>
            <ac:spMk id="9" creationId="{84E53091-EF0C-CCA6-5B6F-1BCB91C696B2}"/>
          </ac:spMkLst>
        </pc:spChg>
      </pc:sldChg>
      <pc:sldChg chg="addSp delSp modSp add del mod">
        <pc:chgData name="Faiello Matthew (Contractor)" userId="273853d2-a5d2-4427-96a6-77c2e3c41298" providerId="ADAL" clId="{238F5C94-0C57-5419-B56D-7519A73AA18A}" dt="2026-04-23T14:00:24.680" v="1879" actId="2696"/>
        <pc:sldMkLst>
          <pc:docMk/>
          <pc:sldMk cId="1005224146" sldId="288"/>
        </pc:sldMkLst>
        <pc:spChg chg="mod">
          <ac:chgData name="Faiello Matthew (Contractor)" userId="273853d2-a5d2-4427-96a6-77c2e3c41298" providerId="ADAL" clId="{238F5C94-0C57-5419-B56D-7519A73AA18A}" dt="2026-04-23T13:34:57.341" v="1688" actId="20577"/>
          <ac:spMkLst>
            <pc:docMk/>
            <pc:sldMk cId="1005224146" sldId="288"/>
            <ac:spMk id="3" creationId="{BBEE21BA-C4D0-0201-3CD8-A118D04E4B7E}"/>
          </ac:spMkLst>
        </pc:spChg>
        <pc:spChg chg="add del mod">
          <ac:chgData name="Faiello Matthew (Contractor)" userId="273853d2-a5d2-4427-96a6-77c2e3c41298" providerId="ADAL" clId="{238F5C94-0C57-5419-B56D-7519A73AA18A}" dt="2026-04-23T13:33:59.349" v="1671" actId="478"/>
          <ac:spMkLst>
            <pc:docMk/>
            <pc:sldMk cId="1005224146" sldId="288"/>
            <ac:spMk id="4" creationId="{7F8ADAD2-9842-4215-7894-B6D943AEA948}"/>
          </ac:spMkLst>
        </pc:spChg>
      </pc:sldChg>
      <pc:sldChg chg="add del">
        <pc:chgData name="Faiello Matthew (Contractor)" userId="273853d2-a5d2-4427-96a6-77c2e3c41298" providerId="ADAL" clId="{238F5C94-0C57-5419-B56D-7519A73AA18A}" dt="2026-04-22T21:06:01.137" v="1158" actId="2696"/>
        <pc:sldMkLst>
          <pc:docMk/>
          <pc:sldMk cId="2152718833" sldId="28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70D484-546E-E849-8E66-2A81C13F766A}" type="datetimeFigureOut">
              <a:rPr lang="en-US" smtClean="0"/>
              <a:t>4/23/2026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4E072F-D355-5142-9B2C-9A6C6C5C941F}" type="slidenum">
              <a:rPr lang="en-US" smtClean="0"/>
              <a:t>‹#›</a:t>
            </a:fld>
            <a:endParaRPr lang="en-US"/>
          </a:p>
        </p:txBody>
      </p:sp>
    </p:spTree>
    <p:extLst>
      <p:ext uri="{BB962C8B-B14F-4D97-AF65-F5344CB8AC3E}">
        <p14:creationId xmlns:p14="http://schemas.microsoft.com/office/powerpoint/2010/main" val="40774939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94E072F-D355-5142-9B2C-9A6C6C5C941F}" type="slidenum">
              <a:rPr lang="en-US" smtClean="0"/>
              <a:t>1</a:t>
            </a:fld>
            <a:endParaRPr lang="en-US"/>
          </a:p>
        </p:txBody>
      </p:sp>
    </p:spTree>
    <p:extLst>
      <p:ext uri="{BB962C8B-B14F-4D97-AF65-F5344CB8AC3E}">
        <p14:creationId xmlns:p14="http://schemas.microsoft.com/office/powerpoint/2010/main" val="25768633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94E072F-D355-5142-9B2C-9A6C6C5C941F}" type="slidenum">
              <a:rPr lang="en-US" smtClean="0"/>
              <a:t>2</a:t>
            </a:fld>
            <a:endParaRPr lang="en-US"/>
          </a:p>
        </p:txBody>
      </p:sp>
    </p:spTree>
    <p:extLst>
      <p:ext uri="{BB962C8B-B14F-4D97-AF65-F5344CB8AC3E}">
        <p14:creationId xmlns:p14="http://schemas.microsoft.com/office/powerpoint/2010/main" val="21278939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a:solidFill>
                  <a:schemeClr val="tx1"/>
                </a:solidFill>
                <a:effectLst/>
                <a:latin typeface="+mn-lt"/>
                <a:ea typeface="+mn-ea"/>
                <a:cs typeface="+mn-cs"/>
              </a:rPr>
              <a:t>Council of the Great City Schools. (2007). </a:t>
            </a:r>
            <a:r>
              <a:rPr lang="en-US" sz="1200" i="1" kern="1200">
                <a:solidFill>
                  <a:schemeClr val="tx1"/>
                </a:solidFill>
                <a:effectLst/>
                <a:latin typeface="+mn-lt"/>
                <a:ea typeface="+mn-ea"/>
                <a:cs typeface="+mn-cs"/>
              </a:rPr>
              <a:t>Managing for results in America’s great city schools: A report of the performance measurement and benchmarking project</a:t>
            </a:r>
            <a:r>
              <a:rPr lang="en-US" sz="1200" kern="1200">
                <a:solidFill>
                  <a:schemeClr val="tx1"/>
                </a:solidFill>
                <a:effectLst/>
                <a:latin typeface="+mn-lt"/>
                <a:ea typeface="+mn-ea"/>
                <a:cs typeface="+mn-cs"/>
              </a:rPr>
              <a:t>.</a:t>
            </a:r>
          </a:p>
          <a:p>
            <a:pPr marL="171450" indent="-171450">
              <a:buFont typeface="Arial" panose="020B0604020202020204" pitchFamily="34" charset="0"/>
              <a:buChar char="•"/>
            </a:pPr>
            <a:r>
              <a:rPr lang="en-US" sz="1200" kern="1200">
                <a:solidFill>
                  <a:schemeClr val="tx1"/>
                </a:solidFill>
                <a:effectLst/>
                <a:latin typeface="+mn-lt"/>
                <a:ea typeface="+mn-ea"/>
                <a:cs typeface="+mn-cs"/>
              </a:rPr>
              <a:t>National Governors Association, Council of Chief State School Officers, &amp; Achieve, Inc. (2008). </a:t>
            </a:r>
            <a:r>
              <a:rPr lang="en-US" sz="1200" i="1" kern="1200">
                <a:solidFill>
                  <a:schemeClr val="tx1"/>
                </a:solidFill>
                <a:effectLst/>
                <a:latin typeface="+mn-lt"/>
                <a:ea typeface="+mn-ea"/>
                <a:cs typeface="+mn-cs"/>
              </a:rPr>
              <a:t>Benchmarking for success: Ensuring U.S. students receive a world-class education</a:t>
            </a:r>
            <a:r>
              <a:rPr lang="en-US" sz="1200" kern="1200">
                <a:solidFill>
                  <a:schemeClr val="tx1"/>
                </a:solidFill>
                <a:effectLst/>
                <a:latin typeface="+mn-lt"/>
                <a:ea typeface="+mn-ea"/>
                <a:cs typeface="+mn-cs"/>
              </a:rPr>
              <a:t>.</a:t>
            </a:r>
          </a:p>
          <a:p>
            <a:pPr marL="171450" indent="-171450">
              <a:buFont typeface="Arial" panose="020B0604020202020204" pitchFamily="34" charset="0"/>
              <a:buChar char="•"/>
            </a:pPr>
            <a:r>
              <a:rPr lang="en-US" sz="1200" kern="1200">
                <a:solidFill>
                  <a:schemeClr val="tx1"/>
                </a:solidFill>
                <a:effectLst/>
                <a:latin typeface="+mn-lt"/>
                <a:ea typeface="+mn-ea"/>
                <a:cs typeface="+mn-cs"/>
              </a:rPr>
              <a:t>Ohio Auditor of State. (n.d.). </a:t>
            </a:r>
            <a:r>
              <a:rPr lang="en-US" sz="1200" i="1" kern="1200">
                <a:solidFill>
                  <a:schemeClr val="tx1"/>
                </a:solidFill>
                <a:effectLst/>
                <a:latin typeface="+mn-lt"/>
                <a:ea typeface="+mn-ea"/>
                <a:cs typeface="+mn-cs"/>
              </a:rPr>
              <a:t>School district self-assessment guide</a:t>
            </a:r>
            <a:r>
              <a:rPr lang="en-US" sz="1200" kern="1200">
                <a:solidFill>
                  <a:schemeClr val="tx1"/>
                </a:solidFill>
                <a:effectLst/>
                <a:latin typeface="+mn-lt"/>
                <a:ea typeface="+mn-ea"/>
                <a:cs typeface="+mn-cs"/>
              </a:rPr>
              <a:t>.</a:t>
            </a:r>
          </a:p>
        </p:txBody>
      </p:sp>
      <p:sp>
        <p:nvSpPr>
          <p:cNvPr id="4" name="Slide Number Placeholder 3"/>
          <p:cNvSpPr>
            <a:spLocks noGrp="1"/>
          </p:cNvSpPr>
          <p:nvPr>
            <p:ph type="sldNum" sz="quarter" idx="5"/>
          </p:nvPr>
        </p:nvSpPr>
        <p:spPr/>
        <p:txBody>
          <a:bodyPr/>
          <a:lstStyle/>
          <a:p>
            <a:fld id="{094E072F-D355-5142-9B2C-9A6C6C5C941F}" type="slidenum">
              <a:rPr lang="en-US" smtClean="0"/>
              <a:t>4</a:t>
            </a:fld>
            <a:endParaRPr lang="en-US"/>
          </a:p>
        </p:txBody>
      </p:sp>
    </p:spTree>
    <p:extLst>
      <p:ext uri="{BB962C8B-B14F-4D97-AF65-F5344CB8AC3E}">
        <p14:creationId xmlns:p14="http://schemas.microsoft.com/office/powerpoint/2010/main" val="7799675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8245B-F85A-862C-105A-170033FB8E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DA2CB3-CAA7-EE4B-0AB6-B1C09716DA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D08620-354E-842A-E877-BFBFC2FB0210}"/>
              </a:ext>
            </a:extLst>
          </p:cNvPr>
          <p:cNvSpPr>
            <a:spLocks noGrp="1"/>
          </p:cNvSpPr>
          <p:nvPr>
            <p:ph type="body" idx="1"/>
          </p:nvPr>
        </p:nvSpPr>
        <p:spPr/>
        <p:txBody>
          <a:bodyPr/>
          <a:lstStyle/>
          <a:p>
            <a:pPr marL="171450" indent="-171450">
              <a:buFont typeface="Arial" panose="020B0604020202020204" pitchFamily="34" charset="0"/>
              <a:buChar char="•"/>
            </a:pPr>
            <a:r>
              <a:rPr lang="en-US" sz="1200" kern="1200">
                <a:solidFill>
                  <a:schemeClr val="tx1"/>
                </a:solidFill>
                <a:effectLst/>
                <a:latin typeface="+mn-lt"/>
                <a:ea typeface="+mn-ea"/>
                <a:cs typeface="+mn-cs"/>
              </a:rPr>
              <a:t>Council of the Great City Schools. (2007). </a:t>
            </a:r>
            <a:r>
              <a:rPr lang="en-US" sz="1200" i="1" kern="1200">
                <a:solidFill>
                  <a:schemeClr val="tx1"/>
                </a:solidFill>
                <a:effectLst/>
                <a:latin typeface="+mn-lt"/>
                <a:ea typeface="+mn-ea"/>
                <a:cs typeface="+mn-cs"/>
              </a:rPr>
              <a:t>Managing for results in America’s great city schools: A report of the performance measurement and benchmarking project</a:t>
            </a:r>
            <a:r>
              <a:rPr lang="en-US" sz="1200" kern="1200">
                <a:solidFill>
                  <a:schemeClr val="tx1"/>
                </a:solidFill>
                <a:effectLst/>
                <a:latin typeface="+mn-lt"/>
                <a:ea typeface="+mn-ea"/>
                <a:cs typeface="+mn-cs"/>
              </a:rPr>
              <a:t>.</a:t>
            </a:r>
          </a:p>
          <a:p>
            <a:pPr marL="171450" indent="-171450">
              <a:buFont typeface="Arial" panose="020B0604020202020204" pitchFamily="34" charset="0"/>
              <a:buChar char="•"/>
            </a:pPr>
            <a:r>
              <a:rPr lang="en-US" sz="1200" kern="1200">
                <a:solidFill>
                  <a:schemeClr val="tx1"/>
                </a:solidFill>
                <a:effectLst/>
                <a:latin typeface="+mn-lt"/>
                <a:ea typeface="+mn-ea"/>
                <a:cs typeface="+mn-cs"/>
              </a:rPr>
              <a:t>National Governors Association, Council of Chief State School Officers, &amp; Achieve, Inc. (2008). </a:t>
            </a:r>
            <a:r>
              <a:rPr lang="en-US" sz="1200" i="1" kern="1200">
                <a:solidFill>
                  <a:schemeClr val="tx1"/>
                </a:solidFill>
                <a:effectLst/>
                <a:latin typeface="+mn-lt"/>
                <a:ea typeface="+mn-ea"/>
                <a:cs typeface="+mn-cs"/>
              </a:rPr>
              <a:t>Benchmarking for success: Ensuring U.S. students receive a world-class education</a:t>
            </a:r>
            <a:r>
              <a:rPr lang="en-US" sz="1200" kern="1200">
                <a:solidFill>
                  <a:schemeClr val="tx1"/>
                </a:solidFill>
                <a:effectLst/>
                <a:latin typeface="+mn-lt"/>
                <a:ea typeface="+mn-ea"/>
                <a:cs typeface="+mn-cs"/>
              </a:rPr>
              <a:t>.</a:t>
            </a:r>
          </a:p>
          <a:p>
            <a:pPr marL="171450" indent="-171450">
              <a:buFont typeface="Arial" panose="020B0604020202020204" pitchFamily="34" charset="0"/>
              <a:buChar char="•"/>
            </a:pPr>
            <a:r>
              <a:rPr lang="en-US" sz="1200" kern="1200">
                <a:solidFill>
                  <a:schemeClr val="tx1"/>
                </a:solidFill>
                <a:effectLst/>
                <a:latin typeface="+mn-lt"/>
                <a:ea typeface="+mn-ea"/>
                <a:cs typeface="+mn-cs"/>
              </a:rPr>
              <a:t>Ohio Auditor of State. (n.d.). </a:t>
            </a:r>
            <a:r>
              <a:rPr lang="en-US" sz="1200" i="1" kern="1200">
                <a:solidFill>
                  <a:schemeClr val="tx1"/>
                </a:solidFill>
                <a:effectLst/>
                <a:latin typeface="+mn-lt"/>
                <a:ea typeface="+mn-ea"/>
                <a:cs typeface="+mn-cs"/>
              </a:rPr>
              <a:t>School district self-assessment guide</a:t>
            </a:r>
            <a:r>
              <a:rPr lang="en-US" sz="1200" kern="1200">
                <a:solidFill>
                  <a:schemeClr val="tx1"/>
                </a:solidFill>
                <a:effectLst/>
                <a:latin typeface="+mn-lt"/>
                <a:ea typeface="+mn-ea"/>
                <a:cs typeface="+mn-cs"/>
              </a:rPr>
              <a:t>.</a:t>
            </a:r>
          </a:p>
        </p:txBody>
      </p:sp>
      <p:sp>
        <p:nvSpPr>
          <p:cNvPr id="4" name="Slide Number Placeholder 3">
            <a:extLst>
              <a:ext uri="{FF2B5EF4-FFF2-40B4-BE49-F238E27FC236}">
                <a16:creationId xmlns:a16="http://schemas.microsoft.com/office/drawing/2014/main" id="{6CBC584B-563F-1F72-148B-DC85E394F228}"/>
              </a:ext>
            </a:extLst>
          </p:cNvPr>
          <p:cNvSpPr>
            <a:spLocks noGrp="1"/>
          </p:cNvSpPr>
          <p:nvPr>
            <p:ph type="sldNum" sz="quarter" idx="5"/>
          </p:nvPr>
        </p:nvSpPr>
        <p:spPr/>
        <p:txBody>
          <a:bodyPr/>
          <a:lstStyle/>
          <a:p>
            <a:fld id="{094E072F-D355-5142-9B2C-9A6C6C5C941F}" type="slidenum">
              <a:rPr lang="en-US" smtClean="0"/>
              <a:t>5</a:t>
            </a:fld>
            <a:endParaRPr lang="en-US"/>
          </a:p>
        </p:txBody>
      </p:sp>
    </p:spTree>
    <p:extLst>
      <p:ext uri="{BB962C8B-B14F-4D97-AF65-F5344CB8AC3E}">
        <p14:creationId xmlns:p14="http://schemas.microsoft.com/office/powerpoint/2010/main" val="42022321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0"/>
              </a:spcBef>
              <a:spcAft>
                <a:spcPct val="0"/>
              </a:spcAft>
              <a:buClrTx/>
              <a:buSzTx/>
              <a:buFontTx/>
              <a:buNone/>
              <a:tabLst/>
              <a:defRPr/>
            </a:pPr>
            <a:endParaRPr lang="en-US" altLang="en-US">
              <a:latin typeface="Arial" panose="020B0604020202020204" pitchFamily="34" charset="0"/>
            </a:endParaRPr>
          </a:p>
        </p:txBody>
      </p:sp>
      <p:sp>
        <p:nvSpPr>
          <p:cNvPr id="4" name="Slide Number Placeholder 3"/>
          <p:cNvSpPr>
            <a:spLocks noGrp="1"/>
          </p:cNvSpPr>
          <p:nvPr>
            <p:ph type="sldNum" sz="quarter" idx="5"/>
          </p:nvPr>
        </p:nvSpPr>
        <p:spPr/>
        <p:txBody>
          <a:bodyPr/>
          <a:lstStyle/>
          <a:p>
            <a:fld id="{094E072F-D355-5142-9B2C-9A6C6C5C941F}" type="slidenum">
              <a:rPr lang="en-US" smtClean="0"/>
              <a:t>6</a:t>
            </a:fld>
            <a:endParaRPr lang="en-US"/>
          </a:p>
        </p:txBody>
      </p:sp>
    </p:spTree>
    <p:extLst>
      <p:ext uri="{BB962C8B-B14F-4D97-AF65-F5344CB8AC3E}">
        <p14:creationId xmlns:p14="http://schemas.microsoft.com/office/powerpoint/2010/main" val="16135662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0" i="0" kern="120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94E072F-D355-5142-9B2C-9A6C6C5C941F}" type="slidenum">
              <a:rPr lang="en-US" smtClean="0"/>
              <a:t>8</a:t>
            </a:fld>
            <a:endParaRPr lang="en-US"/>
          </a:p>
        </p:txBody>
      </p:sp>
    </p:spTree>
    <p:extLst>
      <p:ext uri="{BB962C8B-B14F-4D97-AF65-F5344CB8AC3E}">
        <p14:creationId xmlns:p14="http://schemas.microsoft.com/office/powerpoint/2010/main" val="36208307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94E072F-D355-5142-9B2C-9A6C6C5C941F}" type="slidenum">
              <a:rPr lang="en-US" smtClean="0"/>
              <a:t>9</a:t>
            </a:fld>
            <a:endParaRPr lang="en-US"/>
          </a:p>
        </p:txBody>
      </p:sp>
    </p:spTree>
    <p:extLst>
      <p:ext uri="{BB962C8B-B14F-4D97-AF65-F5344CB8AC3E}">
        <p14:creationId xmlns:p14="http://schemas.microsoft.com/office/powerpoint/2010/main" val="25444560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sz="1200" b="0" i="0" kern="120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94E072F-D355-5142-9B2C-9A6C6C5C941F}" type="slidenum">
              <a:rPr lang="en-US" smtClean="0"/>
              <a:t>10</a:t>
            </a:fld>
            <a:endParaRPr lang="en-US"/>
          </a:p>
        </p:txBody>
      </p:sp>
    </p:spTree>
    <p:extLst>
      <p:ext uri="{BB962C8B-B14F-4D97-AF65-F5344CB8AC3E}">
        <p14:creationId xmlns:p14="http://schemas.microsoft.com/office/powerpoint/2010/main" val="37301712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0" i="0" kern="1200">
                <a:solidFill>
                  <a:schemeClr val="tx1"/>
                </a:solidFill>
                <a:effectLst/>
                <a:latin typeface="+mn-lt"/>
                <a:ea typeface="+mn-ea"/>
                <a:cs typeface="+mn-cs"/>
              </a:rPr>
              <a:t>Workflow</a:t>
            </a:r>
          </a:p>
          <a:p>
            <a:pPr marL="685800" lvl="1" indent="-228600">
              <a:buFont typeface="+mj-lt"/>
              <a:buAutoNum type="arabicPeriod"/>
            </a:pPr>
            <a:r>
              <a:rPr lang="en-US" sz="1200" b="0" i="0" kern="1200">
                <a:solidFill>
                  <a:schemeClr val="tx1"/>
                </a:solidFill>
                <a:effectLst/>
                <a:latin typeface="+mn-lt"/>
                <a:ea typeface="+mn-ea"/>
                <a:cs typeface="+mn-cs"/>
              </a:rPr>
              <a:t>Start with the full school-year dataset and remove rows that do not meet the minimum tested-student threshold.</a:t>
            </a:r>
          </a:p>
          <a:p>
            <a:pPr marL="685800" lvl="1" indent="-228600">
              <a:buFont typeface="+mj-lt"/>
              <a:buAutoNum type="arabicPeriod"/>
            </a:pPr>
            <a:r>
              <a:rPr lang="en-US" sz="1200" b="0" i="0" kern="1200">
                <a:solidFill>
                  <a:schemeClr val="tx1"/>
                </a:solidFill>
                <a:effectLst/>
                <a:latin typeface="+mn-lt"/>
                <a:ea typeface="+mn-ea"/>
                <a:cs typeface="+mn-cs"/>
              </a:rPr>
              <a:t>Build the benchmark model using year indicators, selected benchmark groups, and year-by-feature terms in a weighted ridge regression.</a:t>
            </a:r>
          </a:p>
          <a:p>
            <a:pPr marL="685800" lvl="1" indent="-228600">
              <a:buFont typeface="+mj-lt"/>
              <a:buAutoNum type="arabicPeriod"/>
            </a:pPr>
            <a:r>
              <a:rPr lang="en-US" sz="1200" b="0" i="0" kern="1200">
                <a:solidFill>
                  <a:schemeClr val="tx1"/>
                </a:solidFill>
                <a:effectLst/>
                <a:latin typeface="+mn-lt"/>
                <a:ea typeface="+mn-ea"/>
                <a:cs typeface="+mn-cs"/>
              </a:rPr>
              <a:t>Assign folds by school so that all rows from the same school stay together during validation.</a:t>
            </a:r>
          </a:p>
          <a:p>
            <a:pPr marL="685800" lvl="1" indent="-228600">
              <a:buFont typeface="+mj-lt"/>
              <a:buAutoNum type="arabicPeriod"/>
            </a:pPr>
            <a:r>
              <a:rPr lang="en-US" sz="1200" b="0" i="0" kern="1200">
                <a:solidFill>
                  <a:schemeClr val="tx1"/>
                </a:solidFill>
                <a:effectLst/>
                <a:latin typeface="+mn-lt"/>
                <a:ea typeface="+mn-ea"/>
                <a:cs typeface="+mn-cs"/>
              </a:rPr>
              <a:t>Repeat the school-to-fold assignments across multiple random splits to reduce dependence on any one split.</a:t>
            </a:r>
          </a:p>
          <a:p>
            <a:pPr marL="685800" lvl="1" indent="-228600">
              <a:buFont typeface="+mj-lt"/>
              <a:buAutoNum type="arabicPeriod"/>
            </a:pPr>
            <a:r>
              <a:rPr lang="en-US" sz="1200" b="0" i="0" kern="1200">
                <a:solidFill>
                  <a:schemeClr val="tx1"/>
                </a:solidFill>
                <a:effectLst/>
                <a:latin typeface="+mn-lt"/>
                <a:ea typeface="+mn-ea"/>
                <a:cs typeface="+mn-cs"/>
              </a:rPr>
              <a:t>Within each repeat, train on the non-held-out folds and generate out-of-fold predictions for the held-out school-years.</a:t>
            </a:r>
          </a:p>
          <a:p>
            <a:pPr marL="1143000" lvl="2" indent="-228600">
              <a:buFont typeface="+mj-lt"/>
              <a:buAutoNum type="arabicPeriod"/>
            </a:pPr>
            <a:r>
              <a:rPr lang="en-US" sz="1200" b="0" i="0" kern="1200">
                <a:solidFill>
                  <a:schemeClr val="tx1"/>
                </a:solidFill>
                <a:effectLst/>
                <a:latin typeface="+mn-lt"/>
                <a:ea typeface="+mn-ea"/>
                <a:cs typeface="+mn-cs"/>
              </a:rPr>
              <a:t>For that repeat, the model tests a range of lambda values across the grouped folds, selects the penalty that performs best on the held-out schools, and keeps the held-out predictions from that version of the model.</a:t>
            </a:r>
          </a:p>
          <a:p>
            <a:pPr marL="685800" lvl="1" indent="-228600">
              <a:buFont typeface="+mj-lt"/>
              <a:buAutoNum type="arabicPeriod"/>
            </a:pPr>
            <a:r>
              <a:rPr lang="en-US" sz="1200" b="0" i="0" kern="1200">
                <a:solidFill>
                  <a:schemeClr val="tx1"/>
                </a:solidFill>
                <a:effectLst/>
                <a:latin typeface="+mn-lt"/>
                <a:ea typeface="+mn-ea"/>
                <a:cs typeface="+mn-cs"/>
              </a:rPr>
              <a:t>Average those out-of-fold predictions across repeats to form the final historical benchmark.</a:t>
            </a:r>
          </a:p>
          <a:p>
            <a:pPr marL="685800" lvl="1" indent="-228600">
              <a:buFont typeface="+mj-lt"/>
              <a:buAutoNum type="arabicPeriod"/>
            </a:pPr>
            <a:r>
              <a:rPr lang="en-US" sz="1200" b="0" i="0" kern="1200">
                <a:solidFill>
                  <a:schemeClr val="tx1"/>
                </a:solidFill>
                <a:effectLst/>
                <a:latin typeface="+mn-lt"/>
                <a:ea typeface="+mn-ea"/>
                <a:cs typeface="+mn-cs"/>
              </a:rPr>
              <a:t>Report the benchmark alongside the observed score and summarize the comparison through residuals, direction labels, and within-year ranks. </a:t>
            </a:r>
          </a:p>
          <a:p>
            <a:pPr marL="171450" indent="-171450">
              <a:buFont typeface="Arial" panose="020B0604020202020204" pitchFamily="34" charset="0"/>
              <a:buChar char="•"/>
            </a:pPr>
            <a:r>
              <a:rPr lang="en-US" sz="1200" b="0" i="0" kern="1200">
                <a:solidFill>
                  <a:schemeClr val="tx1"/>
                </a:solidFill>
                <a:effectLst/>
                <a:latin typeface="+mn-lt"/>
                <a:ea typeface="+mn-ea"/>
                <a:cs typeface="+mn-cs"/>
              </a:rPr>
              <a:t>Notes</a:t>
            </a:r>
          </a:p>
          <a:p>
            <a:pPr marL="628650" lvl="1" indent="-171450">
              <a:buFont typeface="Arial" panose="020B0604020202020204" pitchFamily="34" charset="0"/>
              <a:buChar char="•"/>
            </a:pPr>
            <a:r>
              <a:rPr lang="en-US" sz="1200" b="0" i="0" kern="1200">
                <a:solidFill>
                  <a:schemeClr val="tx1"/>
                </a:solidFill>
                <a:effectLst/>
                <a:latin typeface="+mn-lt"/>
                <a:ea typeface="+mn-ea"/>
                <a:cs typeface="+mn-cs"/>
              </a:rPr>
              <a:t>In each repeat, every school is assigned to one held-out fold, so all its school-year rows receive out-of-fold predictions that are later averaged into the final benchmark. Therefore, every retained school-year row gets one held-out prediction per repeat, and those predictions are then averaged across repeats.</a:t>
            </a:r>
          </a:p>
        </p:txBody>
      </p:sp>
      <p:sp>
        <p:nvSpPr>
          <p:cNvPr id="4" name="Slide Number Placeholder 3"/>
          <p:cNvSpPr>
            <a:spLocks noGrp="1"/>
          </p:cNvSpPr>
          <p:nvPr>
            <p:ph type="sldNum" sz="quarter" idx="5"/>
          </p:nvPr>
        </p:nvSpPr>
        <p:spPr/>
        <p:txBody>
          <a:bodyPr/>
          <a:lstStyle/>
          <a:p>
            <a:fld id="{094E072F-D355-5142-9B2C-9A6C6C5C941F}" type="slidenum">
              <a:rPr lang="en-US" smtClean="0"/>
              <a:t>12</a:t>
            </a:fld>
            <a:endParaRPr lang="en-US"/>
          </a:p>
        </p:txBody>
      </p:sp>
    </p:spTree>
    <p:extLst>
      <p:ext uri="{BB962C8B-B14F-4D97-AF65-F5344CB8AC3E}">
        <p14:creationId xmlns:p14="http://schemas.microsoft.com/office/powerpoint/2010/main" val="5443111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sz="1200" b="0" i="0" kern="120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94E072F-D355-5142-9B2C-9A6C6C5C941F}" type="slidenum">
              <a:rPr lang="en-US" smtClean="0"/>
              <a:t>13</a:t>
            </a:fld>
            <a:endParaRPr lang="en-US"/>
          </a:p>
        </p:txBody>
      </p:sp>
    </p:spTree>
    <p:extLst>
      <p:ext uri="{BB962C8B-B14F-4D97-AF65-F5344CB8AC3E}">
        <p14:creationId xmlns:p14="http://schemas.microsoft.com/office/powerpoint/2010/main" val="25166885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a:t>Baker, R. S., Esbenshade, L., Vitale, J., &amp; </a:t>
            </a:r>
            <a:r>
              <a:rPr lang="en-US" err="1"/>
              <a:t>Karumbaiah</a:t>
            </a:r>
            <a:r>
              <a:rPr lang="en-US"/>
              <a:t>, S. (2023). Using demographic data as predictor variables: A questionable choice. Journal of Educational Data Mining, 15(2), 22–52. </a:t>
            </a:r>
          </a:p>
          <a:p>
            <a:pPr marL="171450" lvl="0" indent="-171450">
              <a:buFont typeface="Arial" panose="020B0604020202020204" pitchFamily="34" charset="0"/>
              <a:buChar char="•"/>
            </a:pPr>
            <a:r>
              <a:rPr lang="en-US"/>
              <a:t>Agarwal, A., </a:t>
            </a:r>
            <a:r>
              <a:rPr lang="en-US" err="1"/>
              <a:t>Beygelzimer</a:t>
            </a:r>
            <a:r>
              <a:rPr lang="en-US"/>
              <a:t>, A., Dudik, M., Langford, J., &amp; Wallach, H. (2018). A reductions approach to fair classification. In Proceedings of the 35th International Conference on Machine Learning (pp. 60–69). </a:t>
            </a:r>
          </a:p>
          <a:p>
            <a:pPr marL="171450" lvl="0" indent="-171450">
              <a:buFont typeface="Arial" panose="020B0604020202020204" pitchFamily="34" charset="0"/>
              <a:buChar char="•"/>
            </a:pPr>
            <a:r>
              <a:rPr lang="en-US"/>
              <a:t>Baker, R. S., &amp; Hawn, A. (2021). Algorithmic bias in education. International Journal of Artificial Intelligence in Education, 32, 1052–1092. https://</a:t>
            </a:r>
            <a:r>
              <a:rPr lang="en-US" err="1"/>
              <a:t>doi.org</a:t>
            </a:r>
            <a:r>
              <a:rPr lang="en-US"/>
              <a:t>/10.1007/s40593-021-00285-9</a:t>
            </a:r>
          </a:p>
          <a:p>
            <a:pPr marL="171450" lvl="0" indent="-171450">
              <a:buFont typeface="Arial" panose="020B0604020202020204" pitchFamily="34" charset="0"/>
              <a:buChar char="•"/>
            </a:pPr>
            <a:r>
              <a:rPr lang="en-US"/>
              <a:t>Gardner, J., Brooks, C., &amp; Baker, R. (2019, March). Evaluating the fairness of predictive student models through slicing analysis. In Proceedings of the 9th International Conference on Learning Analytics &amp; Knowledge (LAK ’19) (pp. 225–234). https://</a:t>
            </a:r>
            <a:r>
              <a:rPr lang="en-US" err="1"/>
              <a:t>doi.org</a:t>
            </a:r>
            <a:r>
              <a:rPr lang="en-US"/>
              <a:t>/10.1145/3303772.3303791</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Yu, R., Lee, H., &amp; </a:t>
            </a:r>
            <a:r>
              <a:rPr lang="en-US" err="1"/>
              <a:t>Kizilcec</a:t>
            </a:r>
            <a:r>
              <a:rPr lang="en-US"/>
              <a:t>, R. F. (2021). Should college dropout prediction models include protected attributes? In Proceedings of the Eighth ACM Conference on Learning @ Scale (L@S ’21) (pp. 91–100). https://</a:t>
            </a:r>
            <a:r>
              <a:rPr lang="en-US" err="1"/>
              <a:t>doi.org</a:t>
            </a:r>
            <a:r>
              <a:rPr lang="en-US"/>
              <a:t>/10.1145/3430895.3460139</a:t>
            </a:r>
          </a:p>
          <a:p>
            <a:pPr marL="171450" lvl="0" indent="-171450">
              <a:buFont typeface="Arial" panose="020B0604020202020204" pitchFamily="34" charset="0"/>
              <a:buChar char="•"/>
            </a:pPr>
            <a:r>
              <a:rPr lang="en-US"/>
              <a:t>Yu, R., Li, Q., Fischer, C., </a:t>
            </a:r>
            <a:r>
              <a:rPr lang="en-US" err="1"/>
              <a:t>Doroudi</a:t>
            </a:r>
            <a:r>
              <a:rPr lang="en-US"/>
              <a:t>, S., &amp; Xu, D. (2020). Towards accurate and fair prediction of college success: Evaluating different sources of student data. In Proceedings of the 13th International Conference on Educational Data Mining (EDM 2020) (pp. 292–301). </a:t>
            </a:r>
          </a:p>
        </p:txBody>
      </p:sp>
      <p:sp>
        <p:nvSpPr>
          <p:cNvPr id="4" name="Slide Number Placeholder 3"/>
          <p:cNvSpPr>
            <a:spLocks noGrp="1"/>
          </p:cNvSpPr>
          <p:nvPr>
            <p:ph type="sldNum" sz="quarter" idx="5"/>
          </p:nvPr>
        </p:nvSpPr>
        <p:spPr/>
        <p:txBody>
          <a:bodyPr/>
          <a:lstStyle/>
          <a:p>
            <a:fld id="{094E072F-D355-5142-9B2C-9A6C6C5C941F}" type="slidenum">
              <a:rPr lang="en-US" smtClean="0"/>
              <a:t>14</a:t>
            </a:fld>
            <a:endParaRPr lang="en-US"/>
          </a:p>
        </p:txBody>
      </p:sp>
    </p:spTree>
    <p:extLst>
      <p:ext uri="{BB962C8B-B14F-4D97-AF65-F5344CB8AC3E}">
        <p14:creationId xmlns:p14="http://schemas.microsoft.com/office/powerpoint/2010/main" val="24577500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sz="1200" b="0" i="0" kern="120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94E072F-D355-5142-9B2C-9A6C6C5C941F}" type="slidenum">
              <a:rPr lang="en-US" smtClean="0"/>
              <a:t>15</a:t>
            </a:fld>
            <a:endParaRPr lang="en-US"/>
          </a:p>
        </p:txBody>
      </p:sp>
    </p:spTree>
    <p:extLst>
      <p:ext uri="{BB962C8B-B14F-4D97-AF65-F5344CB8AC3E}">
        <p14:creationId xmlns:p14="http://schemas.microsoft.com/office/powerpoint/2010/main" val="15939155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0695C-D095-839B-95BE-89D438F28D1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C40D9BD-DDA7-1E1C-961C-4F39861036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242301-A07C-C088-ED05-D4FA5874C503}"/>
              </a:ext>
            </a:extLst>
          </p:cNvPr>
          <p:cNvSpPr>
            <a:spLocks noGrp="1"/>
          </p:cNvSpPr>
          <p:nvPr>
            <p:ph type="dt" sz="half" idx="10"/>
          </p:nvPr>
        </p:nvSpPr>
        <p:spPr/>
        <p:txBody>
          <a:bodyPr/>
          <a:lstStyle/>
          <a:p>
            <a:fld id="{3716125F-9B5B-7B47-99BA-FEF8FA445071}" type="datetimeFigureOut">
              <a:rPr lang="en-US" smtClean="0"/>
              <a:t>4/23/2026</a:t>
            </a:fld>
            <a:endParaRPr lang="en-US"/>
          </a:p>
        </p:txBody>
      </p:sp>
      <p:sp>
        <p:nvSpPr>
          <p:cNvPr id="5" name="Footer Placeholder 4">
            <a:extLst>
              <a:ext uri="{FF2B5EF4-FFF2-40B4-BE49-F238E27FC236}">
                <a16:creationId xmlns:a16="http://schemas.microsoft.com/office/drawing/2014/main" id="{359389C6-49C5-DDD1-5B86-C3AD39A8C3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F28A8E-0B97-7AF5-82F9-D4D7E14FEA92}"/>
              </a:ext>
            </a:extLst>
          </p:cNvPr>
          <p:cNvSpPr>
            <a:spLocks noGrp="1"/>
          </p:cNvSpPr>
          <p:nvPr>
            <p:ph type="sldNum" sz="quarter" idx="12"/>
          </p:nvPr>
        </p:nvSpPr>
        <p:spPr/>
        <p:txBody>
          <a:bodyPr/>
          <a:lstStyle/>
          <a:p>
            <a:fld id="{67A21B81-0960-6244-8FB8-0A986A33F4DA}" type="slidenum">
              <a:rPr lang="en-US" smtClean="0"/>
              <a:t>‹#›</a:t>
            </a:fld>
            <a:endParaRPr lang="en-US"/>
          </a:p>
        </p:txBody>
      </p:sp>
    </p:spTree>
    <p:extLst>
      <p:ext uri="{BB962C8B-B14F-4D97-AF65-F5344CB8AC3E}">
        <p14:creationId xmlns:p14="http://schemas.microsoft.com/office/powerpoint/2010/main" val="29470908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5E66E-74D1-39FE-0CFE-E84599BB09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C354067-9E70-FCE1-FBEC-FCF16F87BDC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6A2B67-41D5-E44F-21E4-CA5951AB5B55}"/>
              </a:ext>
            </a:extLst>
          </p:cNvPr>
          <p:cNvSpPr>
            <a:spLocks noGrp="1"/>
          </p:cNvSpPr>
          <p:nvPr>
            <p:ph type="dt" sz="half" idx="10"/>
          </p:nvPr>
        </p:nvSpPr>
        <p:spPr/>
        <p:txBody>
          <a:bodyPr/>
          <a:lstStyle/>
          <a:p>
            <a:fld id="{3716125F-9B5B-7B47-99BA-FEF8FA445071}" type="datetimeFigureOut">
              <a:rPr lang="en-US" smtClean="0"/>
              <a:t>4/23/2026</a:t>
            </a:fld>
            <a:endParaRPr lang="en-US"/>
          </a:p>
        </p:txBody>
      </p:sp>
      <p:sp>
        <p:nvSpPr>
          <p:cNvPr id="5" name="Footer Placeholder 4">
            <a:extLst>
              <a:ext uri="{FF2B5EF4-FFF2-40B4-BE49-F238E27FC236}">
                <a16:creationId xmlns:a16="http://schemas.microsoft.com/office/drawing/2014/main" id="{0FC8BD63-77BE-A3B8-3025-7526D377DA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5BB00B-A83C-078C-B9B5-C89550DB8822}"/>
              </a:ext>
            </a:extLst>
          </p:cNvPr>
          <p:cNvSpPr>
            <a:spLocks noGrp="1"/>
          </p:cNvSpPr>
          <p:nvPr>
            <p:ph type="sldNum" sz="quarter" idx="12"/>
          </p:nvPr>
        </p:nvSpPr>
        <p:spPr/>
        <p:txBody>
          <a:bodyPr/>
          <a:lstStyle/>
          <a:p>
            <a:fld id="{67A21B81-0960-6244-8FB8-0A986A33F4DA}" type="slidenum">
              <a:rPr lang="en-US" smtClean="0"/>
              <a:t>‹#›</a:t>
            </a:fld>
            <a:endParaRPr lang="en-US"/>
          </a:p>
        </p:txBody>
      </p:sp>
    </p:spTree>
    <p:extLst>
      <p:ext uri="{BB962C8B-B14F-4D97-AF65-F5344CB8AC3E}">
        <p14:creationId xmlns:p14="http://schemas.microsoft.com/office/powerpoint/2010/main" val="2435786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58E76-831F-ADE9-45AD-67814D32289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9262931-D6E6-B91E-5C36-F74B82DC39F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89F04B2-4985-FF60-F875-B8990B3A0F8A}"/>
              </a:ext>
            </a:extLst>
          </p:cNvPr>
          <p:cNvSpPr>
            <a:spLocks noGrp="1"/>
          </p:cNvSpPr>
          <p:nvPr>
            <p:ph type="dt" sz="half" idx="10"/>
          </p:nvPr>
        </p:nvSpPr>
        <p:spPr/>
        <p:txBody>
          <a:bodyPr/>
          <a:lstStyle/>
          <a:p>
            <a:fld id="{3716125F-9B5B-7B47-99BA-FEF8FA445071}" type="datetimeFigureOut">
              <a:rPr lang="en-US" smtClean="0"/>
              <a:t>4/23/2026</a:t>
            </a:fld>
            <a:endParaRPr lang="en-US"/>
          </a:p>
        </p:txBody>
      </p:sp>
      <p:sp>
        <p:nvSpPr>
          <p:cNvPr id="5" name="Footer Placeholder 4">
            <a:extLst>
              <a:ext uri="{FF2B5EF4-FFF2-40B4-BE49-F238E27FC236}">
                <a16:creationId xmlns:a16="http://schemas.microsoft.com/office/drawing/2014/main" id="{BE1D1B1D-C06F-E7E2-6020-63968482A2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E6E15B-42E5-936D-CC92-10542D1F6FC4}"/>
              </a:ext>
            </a:extLst>
          </p:cNvPr>
          <p:cNvSpPr>
            <a:spLocks noGrp="1"/>
          </p:cNvSpPr>
          <p:nvPr>
            <p:ph type="sldNum" sz="quarter" idx="12"/>
          </p:nvPr>
        </p:nvSpPr>
        <p:spPr/>
        <p:txBody>
          <a:bodyPr/>
          <a:lstStyle/>
          <a:p>
            <a:fld id="{67A21B81-0960-6244-8FB8-0A986A33F4DA}" type="slidenum">
              <a:rPr lang="en-US" smtClean="0"/>
              <a:t>‹#›</a:t>
            </a:fld>
            <a:endParaRPr lang="en-US"/>
          </a:p>
        </p:txBody>
      </p:sp>
    </p:spTree>
    <p:extLst>
      <p:ext uri="{BB962C8B-B14F-4D97-AF65-F5344CB8AC3E}">
        <p14:creationId xmlns:p14="http://schemas.microsoft.com/office/powerpoint/2010/main" val="3534450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48B73-D1F0-CD89-2BDF-5E043B2511E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CBC371-9E49-9355-0250-456DB0B96F7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EEE1313-C112-2157-B3B8-FA14CFC1747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DD6B9A1-D2F1-3568-6FEE-50DE5560DD72}"/>
              </a:ext>
            </a:extLst>
          </p:cNvPr>
          <p:cNvSpPr>
            <a:spLocks noGrp="1"/>
          </p:cNvSpPr>
          <p:nvPr>
            <p:ph type="dt" sz="half" idx="10"/>
          </p:nvPr>
        </p:nvSpPr>
        <p:spPr/>
        <p:txBody>
          <a:bodyPr/>
          <a:lstStyle/>
          <a:p>
            <a:fld id="{3716125F-9B5B-7B47-99BA-FEF8FA445071}" type="datetimeFigureOut">
              <a:rPr lang="en-US" smtClean="0"/>
              <a:t>4/23/2026</a:t>
            </a:fld>
            <a:endParaRPr lang="en-US"/>
          </a:p>
        </p:txBody>
      </p:sp>
      <p:sp>
        <p:nvSpPr>
          <p:cNvPr id="6" name="Footer Placeholder 5">
            <a:extLst>
              <a:ext uri="{FF2B5EF4-FFF2-40B4-BE49-F238E27FC236}">
                <a16:creationId xmlns:a16="http://schemas.microsoft.com/office/drawing/2014/main" id="{617AAB22-FA04-BEE6-BD57-32FA36305E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23EB19-36E4-4656-02B0-7A1FB5C41F34}"/>
              </a:ext>
            </a:extLst>
          </p:cNvPr>
          <p:cNvSpPr>
            <a:spLocks noGrp="1"/>
          </p:cNvSpPr>
          <p:nvPr>
            <p:ph type="sldNum" sz="quarter" idx="12"/>
          </p:nvPr>
        </p:nvSpPr>
        <p:spPr/>
        <p:txBody>
          <a:bodyPr/>
          <a:lstStyle/>
          <a:p>
            <a:fld id="{67A21B81-0960-6244-8FB8-0A986A33F4DA}" type="slidenum">
              <a:rPr lang="en-US" smtClean="0"/>
              <a:t>‹#›</a:t>
            </a:fld>
            <a:endParaRPr lang="en-US"/>
          </a:p>
        </p:txBody>
      </p:sp>
    </p:spTree>
    <p:extLst>
      <p:ext uri="{BB962C8B-B14F-4D97-AF65-F5344CB8AC3E}">
        <p14:creationId xmlns:p14="http://schemas.microsoft.com/office/powerpoint/2010/main" val="2818710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F0575-1CE2-EDFF-026C-56796D0C60E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6562533-7206-F743-B825-FF915AACE9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2FE037A-F37C-6035-D17D-1BE3CB33DE3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7B83DB5-9595-365F-6C45-AB888C56BF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36B0D7D-DDAB-7C79-733E-4ED734183F5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A63B1BA-1022-D592-9574-C47AECD576C3}"/>
              </a:ext>
            </a:extLst>
          </p:cNvPr>
          <p:cNvSpPr>
            <a:spLocks noGrp="1"/>
          </p:cNvSpPr>
          <p:nvPr>
            <p:ph type="dt" sz="half" idx="10"/>
          </p:nvPr>
        </p:nvSpPr>
        <p:spPr/>
        <p:txBody>
          <a:bodyPr/>
          <a:lstStyle/>
          <a:p>
            <a:fld id="{3716125F-9B5B-7B47-99BA-FEF8FA445071}" type="datetimeFigureOut">
              <a:rPr lang="en-US" smtClean="0"/>
              <a:t>4/23/2026</a:t>
            </a:fld>
            <a:endParaRPr lang="en-US"/>
          </a:p>
        </p:txBody>
      </p:sp>
      <p:sp>
        <p:nvSpPr>
          <p:cNvPr id="8" name="Footer Placeholder 7">
            <a:extLst>
              <a:ext uri="{FF2B5EF4-FFF2-40B4-BE49-F238E27FC236}">
                <a16:creationId xmlns:a16="http://schemas.microsoft.com/office/drawing/2014/main" id="{FD1023AE-321B-6144-8210-7A4227DD4B5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00AD779-F5B5-D442-C5E6-6037B5164EEA}"/>
              </a:ext>
            </a:extLst>
          </p:cNvPr>
          <p:cNvSpPr>
            <a:spLocks noGrp="1"/>
          </p:cNvSpPr>
          <p:nvPr>
            <p:ph type="sldNum" sz="quarter" idx="12"/>
          </p:nvPr>
        </p:nvSpPr>
        <p:spPr/>
        <p:txBody>
          <a:bodyPr/>
          <a:lstStyle/>
          <a:p>
            <a:fld id="{67A21B81-0960-6244-8FB8-0A986A33F4DA}" type="slidenum">
              <a:rPr lang="en-US" smtClean="0"/>
              <a:t>‹#›</a:t>
            </a:fld>
            <a:endParaRPr lang="en-US"/>
          </a:p>
        </p:txBody>
      </p:sp>
    </p:spTree>
    <p:extLst>
      <p:ext uri="{BB962C8B-B14F-4D97-AF65-F5344CB8AC3E}">
        <p14:creationId xmlns:p14="http://schemas.microsoft.com/office/powerpoint/2010/main" val="9302871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84E92-72A5-DBB5-8EE3-34D0AF3F384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D4E44F3-CA93-12CF-F35C-E1109A79C305}"/>
              </a:ext>
            </a:extLst>
          </p:cNvPr>
          <p:cNvSpPr>
            <a:spLocks noGrp="1"/>
          </p:cNvSpPr>
          <p:nvPr>
            <p:ph type="dt" sz="half" idx="10"/>
          </p:nvPr>
        </p:nvSpPr>
        <p:spPr/>
        <p:txBody>
          <a:bodyPr/>
          <a:lstStyle/>
          <a:p>
            <a:fld id="{3716125F-9B5B-7B47-99BA-FEF8FA445071}" type="datetimeFigureOut">
              <a:rPr lang="en-US" smtClean="0"/>
              <a:t>4/23/2026</a:t>
            </a:fld>
            <a:endParaRPr lang="en-US"/>
          </a:p>
        </p:txBody>
      </p:sp>
      <p:sp>
        <p:nvSpPr>
          <p:cNvPr id="4" name="Footer Placeholder 3">
            <a:extLst>
              <a:ext uri="{FF2B5EF4-FFF2-40B4-BE49-F238E27FC236}">
                <a16:creationId xmlns:a16="http://schemas.microsoft.com/office/drawing/2014/main" id="{275F86D1-4205-C576-F920-8D803830254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4D300A0-5C63-9606-1C7E-C4286609A384}"/>
              </a:ext>
            </a:extLst>
          </p:cNvPr>
          <p:cNvSpPr>
            <a:spLocks noGrp="1"/>
          </p:cNvSpPr>
          <p:nvPr>
            <p:ph type="sldNum" sz="quarter" idx="12"/>
          </p:nvPr>
        </p:nvSpPr>
        <p:spPr/>
        <p:txBody>
          <a:bodyPr/>
          <a:lstStyle/>
          <a:p>
            <a:fld id="{67A21B81-0960-6244-8FB8-0A986A33F4DA}" type="slidenum">
              <a:rPr lang="en-US" smtClean="0"/>
              <a:t>‹#›</a:t>
            </a:fld>
            <a:endParaRPr lang="en-US"/>
          </a:p>
        </p:txBody>
      </p:sp>
    </p:spTree>
    <p:extLst>
      <p:ext uri="{BB962C8B-B14F-4D97-AF65-F5344CB8AC3E}">
        <p14:creationId xmlns:p14="http://schemas.microsoft.com/office/powerpoint/2010/main" val="4250722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1353ABA-156F-1DF1-4C30-E0609A98AD6C}"/>
              </a:ext>
            </a:extLst>
          </p:cNvPr>
          <p:cNvSpPr>
            <a:spLocks noGrp="1"/>
          </p:cNvSpPr>
          <p:nvPr>
            <p:ph type="dt" sz="half" idx="10"/>
          </p:nvPr>
        </p:nvSpPr>
        <p:spPr/>
        <p:txBody>
          <a:bodyPr/>
          <a:lstStyle/>
          <a:p>
            <a:fld id="{3716125F-9B5B-7B47-99BA-FEF8FA445071}" type="datetimeFigureOut">
              <a:rPr lang="en-US" smtClean="0"/>
              <a:t>4/23/2026</a:t>
            </a:fld>
            <a:endParaRPr lang="en-US"/>
          </a:p>
        </p:txBody>
      </p:sp>
      <p:sp>
        <p:nvSpPr>
          <p:cNvPr id="3" name="Footer Placeholder 2">
            <a:extLst>
              <a:ext uri="{FF2B5EF4-FFF2-40B4-BE49-F238E27FC236}">
                <a16:creationId xmlns:a16="http://schemas.microsoft.com/office/drawing/2014/main" id="{E7DCC814-7378-0C0B-F4A7-EDAAC52D940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5018FC8-A387-80B2-F1EB-E02FAD6DE78F}"/>
              </a:ext>
            </a:extLst>
          </p:cNvPr>
          <p:cNvSpPr>
            <a:spLocks noGrp="1"/>
          </p:cNvSpPr>
          <p:nvPr>
            <p:ph type="sldNum" sz="quarter" idx="12"/>
          </p:nvPr>
        </p:nvSpPr>
        <p:spPr/>
        <p:txBody>
          <a:bodyPr/>
          <a:lstStyle/>
          <a:p>
            <a:fld id="{67A21B81-0960-6244-8FB8-0A986A33F4DA}" type="slidenum">
              <a:rPr lang="en-US" smtClean="0"/>
              <a:t>‹#›</a:t>
            </a:fld>
            <a:endParaRPr lang="en-US"/>
          </a:p>
        </p:txBody>
      </p:sp>
    </p:spTree>
    <p:extLst>
      <p:ext uri="{BB962C8B-B14F-4D97-AF65-F5344CB8AC3E}">
        <p14:creationId xmlns:p14="http://schemas.microsoft.com/office/powerpoint/2010/main" val="30636694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6FBC2-CEE5-139F-F691-20944F7BD7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F75959-AEF8-A857-07F1-58ACA974097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34A3590-8CCB-3743-1440-A003DDDFF0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F8B353-45FB-528D-4912-0E19C6773B32}"/>
              </a:ext>
            </a:extLst>
          </p:cNvPr>
          <p:cNvSpPr>
            <a:spLocks noGrp="1"/>
          </p:cNvSpPr>
          <p:nvPr>
            <p:ph type="dt" sz="half" idx="10"/>
          </p:nvPr>
        </p:nvSpPr>
        <p:spPr/>
        <p:txBody>
          <a:bodyPr/>
          <a:lstStyle/>
          <a:p>
            <a:fld id="{3716125F-9B5B-7B47-99BA-FEF8FA445071}" type="datetimeFigureOut">
              <a:rPr lang="en-US" smtClean="0"/>
              <a:t>4/23/2026</a:t>
            </a:fld>
            <a:endParaRPr lang="en-US"/>
          </a:p>
        </p:txBody>
      </p:sp>
      <p:sp>
        <p:nvSpPr>
          <p:cNvPr id="6" name="Footer Placeholder 5">
            <a:extLst>
              <a:ext uri="{FF2B5EF4-FFF2-40B4-BE49-F238E27FC236}">
                <a16:creationId xmlns:a16="http://schemas.microsoft.com/office/drawing/2014/main" id="{D592233E-01AC-91DE-49D9-563C512D40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30790E9-B03E-2019-BE8C-4F69CC640997}"/>
              </a:ext>
            </a:extLst>
          </p:cNvPr>
          <p:cNvSpPr>
            <a:spLocks noGrp="1"/>
          </p:cNvSpPr>
          <p:nvPr>
            <p:ph type="sldNum" sz="quarter" idx="12"/>
          </p:nvPr>
        </p:nvSpPr>
        <p:spPr/>
        <p:txBody>
          <a:bodyPr/>
          <a:lstStyle/>
          <a:p>
            <a:fld id="{67A21B81-0960-6244-8FB8-0A986A33F4DA}" type="slidenum">
              <a:rPr lang="en-US" smtClean="0"/>
              <a:t>‹#›</a:t>
            </a:fld>
            <a:endParaRPr lang="en-US"/>
          </a:p>
        </p:txBody>
      </p:sp>
    </p:spTree>
    <p:extLst>
      <p:ext uri="{BB962C8B-B14F-4D97-AF65-F5344CB8AC3E}">
        <p14:creationId xmlns:p14="http://schemas.microsoft.com/office/powerpoint/2010/main" val="14804554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F6E73-0DA4-AE1B-4CE0-1DE0784270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9837B20-FB41-FDDC-6D44-5DA0CEAA57F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4712986-F141-2EE0-74D9-18FB6A3E33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235C17-603A-1319-95AB-D156C5A5788D}"/>
              </a:ext>
            </a:extLst>
          </p:cNvPr>
          <p:cNvSpPr>
            <a:spLocks noGrp="1"/>
          </p:cNvSpPr>
          <p:nvPr>
            <p:ph type="dt" sz="half" idx="10"/>
          </p:nvPr>
        </p:nvSpPr>
        <p:spPr/>
        <p:txBody>
          <a:bodyPr/>
          <a:lstStyle/>
          <a:p>
            <a:fld id="{3716125F-9B5B-7B47-99BA-FEF8FA445071}" type="datetimeFigureOut">
              <a:rPr lang="en-US" smtClean="0"/>
              <a:t>4/23/2026</a:t>
            </a:fld>
            <a:endParaRPr lang="en-US"/>
          </a:p>
        </p:txBody>
      </p:sp>
      <p:sp>
        <p:nvSpPr>
          <p:cNvPr id="6" name="Footer Placeholder 5">
            <a:extLst>
              <a:ext uri="{FF2B5EF4-FFF2-40B4-BE49-F238E27FC236}">
                <a16:creationId xmlns:a16="http://schemas.microsoft.com/office/drawing/2014/main" id="{AAD075CC-B7FC-0A66-AC6B-0A59AD04735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8DA98B-CA5A-5CB8-9F85-86C74210DAB3}"/>
              </a:ext>
            </a:extLst>
          </p:cNvPr>
          <p:cNvSpPr>
            <a:spLocks noGrp="1"/>
          </p:cNvSpPr>
          <p:nvPr>
            <p:ph type="sldNum" sz="quarter" idx="12"/>
          </p:nvPr>
        </p:nvSpPr>
        <p:spPr/>
        <p:txBody>
          <a:bodyPr/>
          <a:lstStyle/>
          <a:p>
            <a:fld id="{67A21B81-0960-6244-8FB8-0A986A33F4DA}" type="slidenum">
              <a:rPr lang="en-US" smtClean="0"/>
              <a:t>‹#›</a:t>
            </a:fld>
            <a:endParaRPr lang="en-US"/>
          </a:p>
        </p:txBody>
      </p:sp>
    </p:spTree>
    <p:extLst>
      <p:ext uri="{BB962C8B-B14F-4D97-AF65-F5344CB8AC3E}">
        <p14:creationId xmlns:p14="http://schemas.microsoft.com/office/powerpoint/2010/main" val="25543789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8D379-41A6-994C-D513-D89C828F1CF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4B97D8C-D204-9923-A948-1615A63DD2A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1AD966-344F-B300-5E2E-4D7DE8853B7F}"/>
              </a:ext>
            </a:extLst>
          </p:cNvPr>
          <p:cNvSpPr>
            <a:spLocks noGrp="1"/>
          </p:cNvSpPr>
          <p:nvPr>
            <p:ph type="dt" sz="half" idx="10"/>
          </p:nvPr>
        </p:nvSpPr>
        <p:spPr/>
        <p:txBody>
          <a:bodyPr/>
          <a:lstStyle/>
          <a:p>
            <a:fld id="{3716125F-9B5B-7B47-99BA-FEF8FA445071}" type="datetimeFigureOut">
              <a:rPr lang="en-US" smtClean="0"/>
              <a:t>4/23/2026</a:t>
            </a:fld>
            <a:endParaRPr lang="en-US"/>
          </a:p>
        </p:txBody>
      </p:sp>
      <p:sp>
        <p:nvSpPr>
          <p:cNvPr id="5" name="Footer Placeholder 4">
            <a:extLst>
              <a:ext uri="{FF2B5EF4-FFF2-40B4-BE49-F238E27FC236}">
                <a16:creationId xmlns:a16="http://schemas.microsoft.com/office/drawing/2014/main" id="{571A1CC0-DE94-F768-8049-F48C9BFA81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2233D6-9098-492E-F8F2-B0F66B6902A4}"/>
              </a:ext>
            </a:extLst>
          </p:cNvPr>
          <p:cNvSpPr>
            <a:spLocks noGrp="1"/>
          </p:cNvSpPr>
          <p:nvPr>
            <p:ph type="sldNum" sz="quarter" idx="12"/>
          </p:nvPr>
        </p:nvSpPr>
        <p:spPr/>
        <p:txBody>
          <a:bodyPr/>
          <a:lstStyle/>
          <a:p>
            <a:fld id="{67A21B81-0960-6244-8FB8-0A986A33F4DA}" type="slidenum">
              <a:rPr lang="en-US" smtClean="0"/>
              <a:t>‹#›</a:t>
            </a:fld>
            <a:endParaRPr lang="en-US"/>
          </a:p>
        </p:txBody>
      </p:sp>
    </p:spTree>
    <p:extLst>
      <p:ext uri="{BB962C8B-B14F-4D97-AF65-F5344CB8AC3E}">
        <p14:creationId xmlns:p14="http://schemas.microsoft.com/office/powerpoint/2010/main" val="34541192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41AA06E-481F-4DA1-7DA2-0C6AFAAECD4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E299405-9A25-5612-EA56-04C6506993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727A82-61B3-9AA7-CB35-4D276BAC3214}"/>
              </a:ext>
            </a:extLst>
          </p:cNvPr>
          <p:cNvSpPr>
            <a:spLocks noGrp="1"/>
          </p:cNvSpPr>
          <p:nvPr>
            <p:ph type="dt" sz="half" idx="10"/>
          </p:nvPr>
        </p:nvSpPr>
        <p:spPr/>
        <p:txBody>
          <a:bodyPr/>
          <a:lstStyle/>
          <a:p>
            <a:fld id="{3716125F-9B5B-7B47-99BA-FEF8FA445071}" type="datetimeFigureOut">
              <a:rPr lang="en-US" smtClean="0"/>
              <a:t>4/23/2026</a:t>
            </a:fld>
            <a:endParaRPr lang="en-US"/>
          </a:p>
        </p:txBody>
      </p:sp>
      <p:sp>
        <p:nvSpPr>
          <p:cNvPr id="5" name="Footer Placeholder 4">
            <a:extLst>
              <a:ext uri="{FF2B5EF4-FFF2-40B4-BE49-F238E27FC236}">
                <a16:creationId xmlns:a16="http://schemas.microsoft.com/office/drawing/2014/main" id="{B937EED9-CCE0-109E-2AA6-5D1185F220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819D6C-DB3B-9C8A-D19F-119BAD3C8CF2}"/>
              </a:ext>
            </a:extLst>
          </p:cNvPr>
          <p:cNvSpPr>
            <a:spLocks noGrp="1"/>
          </p:cNvSpPr>
          <p:nvPr>
            <p:ph type="sldNum" sz="quarter" idx="12"/>
          </p:nvPr>
        </p:nvSpPr>
        <p:spPr/>
        <p:txBody>
          <a:bodyPr/>
          <a:lstStyle/>
          <a:p>
            <a:fld id="{67A21B81-0960-6244-8FB8-0A986A33F4DA}" type="slidenum">
              <a:rPr lang="en-US" smtClean="0"/>
              <a:t>‹#›</a:t>
            </a:fld>
            <a:endParaRPr lang="en-US"/>
          </a:p>
        </p:txBody>
      </p:sp>
    </p:spTree>
    <p:extLst>
      <p:ext uri="{BB962C8B-B14F-4D97-AF65-F5344CB8AC3E}">
        <p14:creationId xmlns:p14="http://schemas.microsoft.com/office/powerpoint/2010/main" val="32175119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06F12AC-9F4E-9120-005E-CE49608EE9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729F734-A028-C6DB-A578-5A1C37C366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2F82E0-DE6A-531F-3D0B-B28BE60B47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716125F-9B5B-7B47-99BA-FEF8FA445071}" type="datetimeFigureOut">
              <a:rPr lang="en-US" smtClean="0"/>
              <a:t>4/23/2026</a:t>
            </a:fld>
            <a:endParaRPr lang="en-US"/>
          </a:p>
        </p:txBody>
      </p:sp>
      <p:sp>
        <p:nvSpPr>
          <p:cNvPr id="5" name="Footer Placeholder 4">
            <a:extLst>
              <a:ext uri="{FF2B5EF4-FFF2-40B4-BE49-F238E27FC236}">
                <a16:creationId xmlns:a16="http://schemas.microsoft.com/office/drawing/2014/main" id="{27BB0033-2C50-FE87-6C37-02978997DA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A5DB49B-6ECB-2942-B281-E9DDA0D99C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7A21B81-0960-6244-8FB8-0A986A33F4DA}" type="slidenum">
              <a:rPr lang="en-US" smtClean="0"/>
              <a:t>‹#›</a:t>
            </a:fld>
            <a:endParaRPr lang="en-US"/>
          </a:p>
        </p:txBody>
      </p:sp>
    </p:spTree>
    <p:extLst>
      <p:ext uri="{BB962C8B-B14F-4D97-AF65-F5344CB8AC3E}">
        <p14:creationId xmlns:p14="http://schemas.microsoft.com/office/powerpoint/2010/main" val="32536812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2DEFA-D139-0BC4-5DF7-D8D42E2391FB}"/>
              </a:ext>
            </a:extLst>
          </p:cNvPr>
          <p:cNvSpPr>
            <a:spLocks noGrp="1"/>
          </p:cNvSpPr>
          <p:nvPr>
            <p:ph type="ctrTitle"/>
          </p:nvPr>
        </p:nvSpPr>
        <p:spPr/>
        <p:txBody>
          <a:bodyPr anchor="b">
            <a:normAutofit/>
          </a:bodyPr>
          <a:lstStyle/>
          <a:p>
            <a:r>
              <a:rPr lang="en-US" sz="4000" b="1"/>
              <a:t>Model-Based Benchmarking App</a:t>
            </a:r>
            <a:endParaRPr lang="en-US" sz="4000"/>
          </a:p>
        </p:txBody>
      </p:sp>
      <p:sp>
        <p:nvSpPr>
          <p:cNvPr id="3" name="Subtitle 2">
            <a:extLst>
              <a:ext uri="{FF2B5EF4-FFF2-40B4-BE49-F238E27FC236}">
                <a16:creationId xmlns:a16="http://schemas.microsoft.com/office/drawing/2014/main" id="{644D3908-D9D0-6EE2-1D1C-383461EE8656}"/>
              </a:ext>
            </a:extLst>
          </p:cNvPr>
          <p:cNvSpPr>
            <a:spLocks noGrp="1"/>
          </p:cNvSpPr>
          <p:nvPr>
            <p:ph type="subTitle" idx="1"/>
          </p:nvPr>
        </p:nvSpPr>
        <p:spPr/>
        <p:txBody>
          <a:bodyPr>
            <a:normAutofit/>
          </a:bodyPr>
          <a:lstStyle/>
          <a:p>
            <a:r>
              <a:rPr lang="en-US">
                <a:solidFill>
                  <a:srgbClr val="111827"/>
                </a:solidFill>
                <a:latin typeface="Aptos" pitchFamily="34" charset="0"/>
                <a:ea typeface="Aptos" pitchFamily="34" charset="-122"/>
                <a:cs typeface="Aptos" pitchFamily="34" charset="-120"/>
              </a:rPr>
              <a:t>An interactive tool for comparing school-year assessment results</a:t>
            </a:r>
          </a:p>
          <a:p>
            <a:r>
              <a:rPr lang="en-US">
                <a:solidFill>
                  <a:srgbClr val="111827"/>
                </a:solidFill>
                <a:latin typeface="Aptos" pitchFamily="34" charset="0"/>
                <a:ea typeface="Aptos" pitchFamily="34" charset="-122"/>
                <a:cs typeface="Aptos" pitchFamily="34" charset="-120"/>
              </a:rPr>
              <a:t>Amanda Mayes, PhD &amp; Matt Faiello, PhD</a:t>
            </a:r>
            <a:endParaRPr lang="en-US"/>
          </a:p>
        </p:txBody>
      </p:sp>
    </p:spTree>
    <p:extLst>
      <p:ext uri="{BB962C8B-B14F-4D97-AF65-F5344CB8AC3E}">
        <p14:creationId xmlns:p14="http://schemas.microsoft.com/office/powerpoint/2010/main" val="5208545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EE2DE-B710-5F46-2AA9-50F314DBAC28}"/>
              </a:ext>
            </a:extLst>
          </p:cNvPr>
          <p:cNvSpPr>
            <a:spLocks noGrp="1"/>
          </p:cNvSpPr>
          <p:nvPr>
            <p:ph type="title"/>
          </p:nvPr>
        </p:nvSpPr>
        <p:spPr/>
        <p:txBody>
          <a:bodyPr/>
          <a:lstStyle/>
          <a:p>
            <a:r>
              <a:rPr lang="en-US"/>
              <a:t>Session Goals</a:t>
            </a:r>
          </a:p>
        </p:txBody>
      </p:sp>
      <p:sp>
        <p:nvSpPr>
          <p:cNvPr id="3" name="Content Placeholder 2">
            <a:extLst>
              <a:ext uri="{FF2B5EF4-FFF2-40B4-BE49-F238E27FC236}">
                <a16:creationId xmlns:a16="http://schemas.microsoft.com/office/drawing/2014/main" id="{742AA0F5-D1BC-286D-DB41-6017ACDF813C}"/>
              </a:ext>
            </a:extLst>
          </p:cNvPr>
          <p:cNvSpPr>
            <a:spLocks noGrp="1"/>
          </p:cNvSpPr>
          <p:nvPr>
            <p:ph idx="1"/>
          </p:nvPr>
        </p:nvSpPr>
        <p:spPr/>
        <p:txBody>
          <a:bodyPr/>
          <a:lstStyle/>
          <a:p>
            <a:r>
              <a:rPr lang="en-US"/>
              <a:t>Define benchmarking in this context</a:t>
            </a:r>
          </a:p>
          <a:p>
            <a:r>
              <a:rPr lang="en-US"/>
              <a:t>Show how the app builds a historical benchmark</a:t>
            </a:r>
          </a:p>
          <a:p>
            <a:r>
              <a:rPr lang="en-US"/>
              <a:t>Explain what the outputs mean</a:t>
            </a:r>
          </a:p>
          <a:p>
            <a:r>
              <a:rPr lang="en-US"/>
              <a:t>Explain what the outputs do not mean</a:t>
            </a:r>
          </a:p>
          <a:p>
            <a:r>
              <a:rPr lang="en-US"/>
              <a:t>Discuss appropriate uses, limits, and cautions</a:t>
            </a:r>
          </a:p>
        </p:txBody>
      </p:sp>
    </p:spTree>
    <p:extLst>
      <p:ext uri="{BB962C8B-B14F-4D97-AF65-F5344CB8AC3E}">
        <p14:creationId xmlns:p14="http://schemas.microsoft.com/office/powerpoint/2010/main" val="26082587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2A867-118C-1DE7-ED44-9988E4F50B62}"/>
              </a:ext>
            </a:extLst>
          </p:cNvPr>
          <p:cNvSpPr>
            <a:spLocks noGrp="1"/>
          </p:cNvSpPr>
          <p:nvPr>
            <p:ph type="title"/>
          </p:nvPr>
        </p:nvSpPr>
        <p:spPr/>
        <p:txBody>
          <a:bodyPr/>
          <a:lstStyle/>
          <a:p>
            <a:r>
              <a:rPr lang="en-US"/>
              <a:t>Why Benchmarking Matters</a:t>
            </a:r>
          </a:p>
        </p:txBody>
      </p:sp>
      <p:sp>
        <p:nvSpPr>
          <p:cNvPr id="3" name="Text Placeholder 2">
            <a:extLst>
              <a:ext uri="{FF2B5EF4-FFF2-40B4-BE49-F238E27FC236}">
                <a16:creationId xmlns:a16="http://schemas.microsoft.com/office/drawing/2014/main" id="{3FBF2D15-10D0-AAD0-2011-1A67EC2FF2A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2357540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F9059-4AAD-59B4-E4C0-1EFB9F70CDE4}"/>
              </a:ext>
            </a:extLst>
          </p:cNvPr>
          <p:cNvSpPr>
            <a:spLocks noGrp="1"/>
          </p:cNvSpPr>
          <p:nvPr>
            <p:ph type="title"/>
          </p:nvPr>
        </p:nvSpPr>
        <p:spPr/>
        <p:txBody>
          <a:bodyPr/>
          <a:lstStyle/>
          <a:p>
            <a:r>
              <a:rPr lang="en-US"/>
              <a:t>Benchmarking Puts Performance in Context</a:t>
            </a:r>
          </a:p>
        </p:txBody>
      </p:sp>
      <p:sp>
        <p:nvSpPr>
          <p:cNvPr id="3" name="Content Placeholder 2">
            <a:extLst>
              <a:ext uri="{FF2B5EF4-FFF2-40B4-BE49-F238E27FC236}">
                <a16:creationId xmlns:a16="http://schemas.microsoft.com/office/drawing/2014/main" id="{A343921C-C8D5-0EBC-D254-0140C560DE99}"/>
              </a:ext>
            </a:extLst>
          </p:cNvPr>
          <p:cNvSpPr>
            <a:spLocks noGrp="1"/>
          </p:cNvSpPr>
          <p:nvPr>
            <p:ph idx="1"/>
          </p:nvPr>
        </p:nvSpPr>
        <p:spPr/>
        <p:txBody>
          <a:bodyPr>
            <a:noAutofit/>
          </a:bodyPr>
          <a:lstStyle/>
          <a:p>
            <a:r>
              <a:rPr lang="en-US" sz="2200"/>
              <a:t>Benchmarking is a way to make sense of performance by comparing it to meaningful external reference points (Council of the Great City Schools, 2007; NGA, CCSSO, &amp; Achieve, Inc., 2008; Ohio Auditor of State, n.d.).</a:t>
            </a:r>
          </a:p>
          <a:p>
            <a:pPr lvl="1"/>
            <a:r>
              <a:rPr lang="en-US" sz="2200"/>
              <a:t>It is a structured way to compare performance and support improvement. </a:t>
            </a:r>
          </a:p>
          <a:p>
            <a:pPr lvl="1"/>
            <a:r>
              <a:rPr lang="en-US" sz="2200"/>
              <a:t>It can involve comparing with strong performers, similar peers, prior performance, or other relevant benchmarks. </a:t>
            </a:r>
          </a:p>
          <a:p>
            <a:pPr lvl="1"/>
            <a:r>
              <a:rPr lang="en-US" sz="2200"/>
              <a:t>The point is not just to label performance, but to learn from comparison and support better decisions.</a:t>
            </a:r>
          </a:p>
        </p:txBody>
      </p:sp>
    </p:spTree>
    <p:extLst>
      <p:ext uri="{BB962C8B-B14F-4D97-AF65-F5344CB8AC3E}">
        <p14:creationId xmlns:p14="http://schemas.microsoft.com/office/powerpoint/2010/main" val="35381659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BAE91-AAC8-DF63-8753-789E4F51C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F72C41-A3AF-292D-13E0-C6597CA1F9F2}"/>
              </a:ext>
            </a:extLst>
          </p:cNvPr>
          <p:cNvSpPr>
            <a:spLocks noGrp="1"/>
          </p:cNvSpPr>
          <p:nvPr>
            <p:ph type="title"/>
          </p:nvPr>
        </p:nvSpPr>
        <p:spPr/>
        <p:txBody>
          <a:bodyPr/>
          <a:lstStyle/>
          <a:p>
            <a:r>
              <a:rPr lang="en-US"/>
              <a:t>Why Benchmarking Matters for Education Decisions</a:t>
            </a:r>
          </a:p>
        </p:txBody>
      </p:sp>
      <p:sp>
        <p:nvSpPr>
          <p:cNvPr id="3" name="Content Placeholder 2">
            <a:extLst>
              <a:ext uri="{FF2B5EF4-FFF2-40B4-BE49-F238E27FC236}">
                <a16:creationId xmlns:a16="http://schemas.microsoft.com/office/drawing/2014/main" id="{E708DDF8-324A-B155-3419-CB7989935655}"/>
              </a:ext>
            </a:extLst>
          </p:cNvPr>
          <p:cNvSpPr>
            <a:spLocks noGrp="1"/>
          </p:cNvSpPr>
          <p:nvPr>
            <p:ph idx="1"/>
          </p:nvPr>
        </p:nvSpPr>
        <p:spPr/>
        <p:txBody>
          <a:bodyPr>
            <a:noAutofit/>
          </a:bodyPr>
          <a:lstStyle/>
          <a:p>
            <a:r>
              <a:rPr lang="en-US" sz="2200"/>
              <a:t>Education results are hard to interpret in isolation. Benchmarking provides a clearer point of reference for whether performance looks stronger, weaker, or different than expected (Council of the Great City Schools, 2007; NGA, CCSSO, &amp; Achieve, Inc., 2008; Ohio Auditor of State, n.d.).</a:t>
            </a:r>
          </a:p>
          <a:p>
            <a:pPr lvl="1"/>
            <a:r>
              <a:rPr lang="en-US" sz="2200"/>
              <a:t>It can help leaders learn from higher-performing or faster-improving peers.</a:t>
            </a:r>
          </a:p>
          <a:p>
            <a:pPr lvl="1"/>
            <a:r>
              <a:rPr lang="en-US" sz="2200"/>
              <a:t>It can support decisions about priorities, resources, transparency, and improvement.</a:t>
            </a:r>
          </a:p>
          <a:p>
            <a:pPr lvl="1"/>
            <a:r>
              <a:rPr lang="en-US" sz="2200"/>
              <a:t>It should also be used with attention to equity, since comparison tools can hide or reveal important differences depending on how they are designed.</a:t>
            </a:r>
          </a:p>
        </p:txBody>
      </p:sp>
    </p:spTree>
    <p:extLst>
      <p:ext uri="{BB962C8B-B14F-4D97-AF65-F5344CB8AC3E}">
        <p14:creationId xmlns:p14="http://schemas.microsoft.com/office/powerpoint/2010/main" val="26202957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3640B-2277-B93A-A4C0-5081AE3B1065}"/>
              </a:ext>
            </a:extLst>
          </p:cNvPr>
          <p:cNvSpPr>
            <a:spLocks noGrp="1"/>
          </p:cNvSpPr>
          <p:nvPr>
            <p:ph type="title"/>
          </p:nvPr>
        </p:nvSpPr>
        <p:spPr/>
        <p:txBody>
          <a:bodyPr>
            <a:normAutofit/>
          </a:bodyPr>
          <a:lstStyle/>
          <a:p>
            <a:pPr eaLnBrk="0" fontAlgn="base" hangingPunct="0">
              <a:lnSpc>
                <a:spcPct val="100000"/>
              </a:lnSpc>
              <a:spcAft>
                <a:spcPct val="0"/>
              </a:spcAft>
              <a:defRPr/>
            </a:pPr>
            <a:r>
              <a:rPr lang="en-US"/>
              <a:t>Delaware’s Strong Benchmarking Foundation</a:t>
            </a:r>
            <a:endParaRPr lang="en-US" altLang="en-US">
              <a:latin typeface="Arial" panose="020B0604020202020204" pitchFamily="34" charset="0"/>
            </a:endParaRPr>
          </a:p>
        </p:txBody>
      </p:sp>
      <p:sp>
        <p:nvSpPr>
          <p:cNvPr id="3" name="Content Placeholder 2">
            <a:extLst>
              <a:ext uri="{FF2B5EF4-FFF2-40B4-BE49-F238E27FC236}">
                <a16:creationId xmlns:a16="http://schemas.microsoft.com/office/drawing/2014/main" id="{3642621C-D7C1-CB1B-9909-2FC2046C6B25}"/>
              </a:ext>
            </a:extLst>
          </p:cNvPr>
          <p:cNvSpPr>
            <a:spLocks noGrp="1"/>
          </p:cNvSpPr>
          <p:nvPr>
            <p:ph idx="1"/>
          </p:nvPr>
        </p:nvSpPr>
        <p:spPr/>
        <p:txBody>
          <a:bodyPr>
            <a:normAutofit/>
          </a:bodyPr>
          <a:lstStyle/>
          <a:p>
            <a:pPr eaLnBrk="0" fontAlgn="base" hangingPunct="0">
              <a:lnSpc>
                <a:spcPct val="100000"/>
              </a:lnSpc>
              <a:spcBef>
                <a:spcPct val="0"/>
              </a:spcBef>
              <a:spcAft>
                <a:spcPct val="0"/>
              </a:spcAft>
              <a:defRPr/>
            </a:pPr>
            <a:r>
              <a:rPr lang="en-US" altLang="en-US" sz="2400">
                <a:latin typeface="Arial" panose="020B0604020202020204" pitchFamily="34" charset="0"/>
              </a:rPr>
              <a:t>Delaware uses the Delaware School Success Framework (DSSF) as its statewide accountability system for measuring public school performance.</a:t>
            </a:r>
          </a:p>
          <a:p>
            <a:pPr lvl="1" eaLnBrk="0" fontAlgn="base" hangingPunct="0">
              <a:lnSpc>
                <a:spcPct val="100000"/>
              </a:lnSpc>
              <a:spcBef>
                <a:spcPct val="0"/>
              </a:spcBef>
              <a:spcAft>
                <a:spcPct val="0"/>
              </a:spcAft>
              <a:defRPr/>
            </a:pPr>
            <a:r>
              <a:rPr lang="en-US" altLang="en-US">
                <a:latin typeface="Arial" panose="020B0604020202020204" pitchFamily="34" charset="0"/>
              </a:rPr>
              <a:t>The DSSF applies common statewide measures across areas such as academic achievement, academic progress, school quality/student success, graduation rates, and English language proficiency.</a:t>
            </a:r>
          </a:p>
          <a:p>
            <a:pPr lvl="1" eaLnBrk="0" fontAlgn="base" hangingPunct="0">
              <a:lnSpc>
                <a:spcPct val="100000"/>
              </a:lnSpc>
              <a:spcBef>
                <a:spcPct val="0"/>
              </a:spcBef>
              <a:spcAft>
                <a:spcPct val="0"/>
              </a:spcAft>
              <a:defRPr/>
            </a:pPr>
            <a:r>
              <a:rPr lang="en-US" altLang="en-US">
                <a:latin typeface="Arial" panose="020B0604020202020204" pitchFamily="34" charset="0"/>
              </a:rPr>
              <a:t>Annual school-level results are reported publicly through the Delaware Report Card.</a:t>
            </a:r>
          </a:p>
          <a:p>
            <a:pPr lvl="1" eaLnBrk="0" fontAlgn="base" hangingPunct="0">
              <a:lnSpc>
                <a:spcPct val="100000"/>
              </a:lnSpc>
              <a:spcBef>
                <a:spcPct val="0"/>
              </a:spcBef>
              <a:spcAft>
                <a:spcPct val="0"/>
              </a:spcAft>
              <a:defRPr/>
            </a:pPr>
            <a:r>
              <a:rPr lang="en-US" altLang="en-US">
                <a:latin typeface="Arial" panose="020B0604020202020204" pitchFamily="34" charset="0"/>
              </a:rPr>
              <a:t>These features provide a strong school-level benchmarking foundation through shared measures, comparable results, and public reporting.</a:t>
            </a:r>
          </a:p>
        </p:txBody>
      </p:sp>
    </p:spTree>
    <p:extLst>
      <p:ext uri="{BB962C8B-B14F-4D97-AF65-F5344CB8AC3E}">
        <p14:creationId xmlns:p14="http://schemas.microsoft.com/office/powerpoint/2010/main" val="1961828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EC582-F6AD-0DE4-D2CD-315733A30BE7}"/>
              </a:ext>
            </a:extLst>
          </p:cNvPr>
          <p:cNvSpPr>
            <a:spLocks noGrp="1"/>
          </p:cNvSpPr>
          <p:nvPr>
            <p:ph type="title"/>
          </p:nvPr>
        </p:nvSpPr>
        <p:spPr/>
        <p:txBody>
          <a:bodyPr/>
          <a:lstStyle/>
          <a:p>
            <a:r>
              <a:rPr lang="en-US"/>
              <a:t>What This Model Adds</a:t>
            </a:r>
          </a:p>
        </p:txBody>
      </p:sp>
      <p:sp>
        <p:nvSpPr>
          <p:cNvPr id="3" name="Text Placeholder 2">
            <a:extLst>
              <a:ext uri="{FF2B5EF4-FFF2-40B4-BE49-F238E27FC236}">
                <a16:creationId xmlns:a16="http://schemas.microsoft.com/office/drawing/2014/main" id="{7BE2A95F-F753-47A0-133B-ADA7F581605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5592038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0831C-D902-6031-0366-462379CEC8FF}"/>
              </a:ext>
            </a:extLst>
          </p:cNvPr>
          <p:cNvSpPr>
            <a:spLocks noGrp="1"/>
          </p:cNvSpPr>
          <p:nvPr>
            <p:ph type="title"/>
          </p:nvPr>
        </p:nvSpPr>
        <p:spPr/>
        <p:txBody>
          <a:bodyPr>
            <a:normAutofit/>
          </a:bodyPr>
          <a:lstStyle/>
          <a:p>
            <a:r>
              <a:rPr lang="en-US"/>
              <a:t>What Score Would We Expect in a Similar Context?</a:t>
            </a:r>
          </a:p>
        </p:txBody>
      </p:sp>
      <p:sp>
        <p:nvSpPr>
          <p:cNvPr id="3" name="Content Placeholder 2">
            <a:extLst>
              <a:ext uri="{FF2B5EF4-FFF2-40B4-BE49-F238E27FC236}">
                <a16:creationId xmlns:a16="http://schemas.microsoft.com/office/drawing/2014/main" id="{1B2C9F6D-8D92-995F-D4D2-77E75C070E8C}"/>
              </a:ext>
            </a:extLst>
          </p:cNvPr>
          <p:cNvSpPr>
            <a:spLocks noGrp="1"/>
          </p:cNvSpPr>
          <p:nvPr>
            <p:ph idx="1"/>
          </p:nvPr>
        </p:nvSpPr>
        <p:spPr/>
        <p:txBody>
          <a:bodyPr>
            <a:normAutofit/>
          </a:bodyPr>
          <a:lstStyle/>
          <a:p>
            <a:pPr>
              <a:lnSpc>
                <a:spcPct val="100000"/>
              </a:lnSpc>
              <a:spcBef>
                <a:spcPts val="0"/>
              </a:spcBef>
              <a:defRPr/>
            </a:pPr>
            <a:r>
              <a:rPr lang="en-US"/>
              <a:t>The question we’re asking: For a school like this, in a year like this, what score would we typically expect to see?</a:t>
            </a:r>
          </a:p>
          <a:p>
            <a:pPr>
              <a:lnSpc>
                <a:spcPct val="100000"/>
              </a:lnSpc>
              <a:spcBef>
                <a:spcPts val="0"/>
              </a:spcBef>
              <a:defRPr/>
            </a:pPr>
            <a:r>
              <a:rPr lang="en-US"/>
              <a:t>The model’s approach: Estimate a historical benchmark from prior school-year patterns in similar contexts.</a:t>
            </a:r>
          </a:p>
          <a:p>
            <a:pPr>
              <a:lnSpc>
                <a:spcPct val="100000"/>
              </a:lnSpc>
              <a:spcBef>
                <a:spcPts val="0"/>
              </a:spcBef>
              <a:defRPr/>
            </a:pPr>
            <a:r>
              <a:rPr lang="en-US"/>
              <a:t>Underlying logic: observed score − benchmark score = performance relative to benchmark</a:t>
            </a:r>
          </a:p>
          <a:p>
            <a:pPr>
              <a:lnSpc>
                <a:spcPct val="100000"/>
              </a:lnSpc>
              <a:spcBef>
                <a:spcPts val="0"/>
              </a:spcBef>
              <a:defRPr/>
            </a:pPr>
            <a:r>
              <a:rPr lang="en-US"/>
              <a:t>Example: 2620 observed − 2595 benchmark = +25</a:t>
            </a:r>
          </a:p>
          <a:p>
            <a:pPr>
              <a:lnSpc>
                <a:spcPct val="100000"/>
              </a:lnSpc>
              <a:spcBef>
                <a:spcPts val="0"/>
              </a:spcBef>
              <a:defRPr/>
            </a:pPr>
            <a:r>
              <a:rPr lang="en-US"/>
              <a:t>Interpretation: This school scored 25 points above benchmark compared with similar schools that year.</a:t>
            </a:r>
          </a:p>
        </p:txBody>
      </p:sp>
    </p:spTree>
    <p:extLst>
      <p:ext uri="{BB962C8B-B14F-4D97-AF65-F5344CB8AC3E}">
        <p14:creationId xmlns:p14="http://schemas.microsoft.com/office/powerpoint/2010/main" val="22924892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9E3C8-D76B-C0D1-66DF-BFD25F8FFE57}"/>
              </a:ext>
            </a:extLst>
          </p:cNvPr>
          <p:cNvSpPr>
            <a:spLocks noGrp="1"/>
          </p:cNvSpPr>
          <p:nvPr>
            <p:ph type="title"/>
          </p:nvPr>
        </p:nvSpPr>
        <p:spPr/>
        <p:txBody>
          <a:bodyPr>
            <a:normAutofit/>
          </a:bodyPr>
          <a:lstStyle/>
          <a:p>
            <a:r>
              <a:rPr lang="en-US"/>
              <a:t>What the App Is Designed For</a:t>
            </a:r>
          </a:p>
        </p:txBody>
      </p:sp>
      <p:sp>
        <p:nvSpPr>
          <p:cNvPr id="3" name="Content Placeholder 2">
            <a:extLst>
              <a:ext uri="{FF2B5EF4-FFF2-40B4-BE49-F238E27FC236}">
                <a16:creationId xmlns:a16="http://schemas.microsoft.com/office/drawing/2014/main" id="{3AA78E86-B2A6-194D-2DA8-5BD0B2875044}"/>
              </a:ext>
            </a:extLst>
          </p:cNvPr>
          <p:cNvSpPr>
            <a:spLocks noGrp="1"/>
          </p:cNvSpPr>
          <p:nvPr>
            <p:ph idx="1"/>
          </p:nvPr>
        </p:nvSpPr>
        <p:spPr/>
        <p:txBody>
          <a:bodyPr>
            <a:normAutofit/>
          </a:bodyPr>
          <a:lstStyle/>
          <a:p>
            <a:r>
              <a:rPr lang="en-US"/>
              <a:t>This app is designed to help users:</a:t>
            </a:r>
          </a:p>
          <a:p>
            <a:pPr lvl="1"/>
            <a:r>
              <a:rPr lang="en-US" sz="2800"/>
              <a:t>Put school-year average scores in context</a:t>
            </a:r>
          </a:p>
          <a:p>
            <a:pPr lvl="1"/>
            <a:r>
              <a:rPr lang="en-US" sz="2800"/>
              <a:t>Compare an actual score with a benchmark score</a:t>
            </a:r>
          </a:p>
          <a:p>
            <a:pPr lvl="1"/>
            <a:r>
              <a:rPr lang="en-US" sz="2800"/>
              <a:t>See how results change when the benchmark settings change</a:t>
            </a:r>
          </a:p>
          <a:p>
            <a:pPr lvl="1"/>
            <a:r>
              <a:rPr lang="en-US" sz="2800"/>
              <a:t>Support review, discussion, and exploratory analysis</a:t>
            </a:r>
          </a:p>
          <a:p>
            <a:pPr lvl="1"/>
            <a:r>
              <a:rPr lang="en-US" sz="2800"/>
              <a:t>Flag results that may deserve a closer look</a:t>
            </a:r>
          </a:p>
        </p:txBody>
      </p:sp>
    </p:spTree>
    <p:extLst>
      <p:ext uri="{BB962C8B-B14F-4D97-AF65-F5344CB8AC3E}">
        <p14:creationId xmlns:p14="http://schemas.microsoft.com/office/powerpoint/2010/main" val="13212047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872CB-9D5A-B535-C515-D0C0243CC04A}"/>
              </a:ext>
            </a:extLst>
          </p:cNvPr>
          <p:cNvSpPr>
            <a:spLocks noGrp="1"/>
          </p:cNvSpPr>
          <p:nvPr>
            <p:ph type="title"/>
          </p:nvPr>
        </p:nvSpPr>
        <p:spPr/>
        <p:txBody>
          <a:bodyPr>
            <a:normAutofit/>
          </a:bodyPr>
          <a:lstStyle/>
          <a:p>
            <a:r>
              <a:rPr lang="en-US"/>
              <a:t>What the App Is Not Designed For</a:t>
            </a:r>
          </a:p>
        </p:txBody>
      </p:sp>
      <p:sp>
        <p:nvSpPr>
          <p:cNvPr id="3" name="Content Placeholder 2">
            <a:extLst>
              <a:ext uri="{FF2B5EF4-FFF2-40B4-BE49-F238E27FC236}">
                <a16:creationId xmlns:a16="http://schemas.microsoft.com/office/drawing/2014/main" id="{6C9CCD1D-D7C4-A0DE-61BA-62E0E4FE162A}"/>
              </a:ext>
            </a:extLst>
          </p:cNvPr>
          <p:cNvSpPr>
            <a:spLocks noGrp="1"/>
          </p:cNvSpPr>
          <p:nvPr>
            <p:ph idx="1"/>
          </p:nvPr>
        </p:nvSpPr>
        <p:spPr/>
        <p:txBody>
          <a:bodyPr>
            <a:normAutofit/>
          </a:bodyPr>
          <a:lstStyle/>
          <a:p>
            <a:r>
              <a:rPr lang="en-US"/>
              <a:t>This app is not designed to:</a:t>
            </a:r>
          </a:p>
          <a:p>
            <a:pPr lvl="1"/>
            <a:r>
              <a:rPr lang="en-US" sz="2800"/>
              <a:t>Explain why a school performed the way it did</a:t>
            </a:r>
          </a:p>
          <a:p>
            <a:pPr lvl="1"/>
            <a:r>
              <a:rPr lang="en-US" sz="2800"/>
              <a:t>Measure the impact of a policy or program</a:t>
            </a:r>
          </a:p>
          <a:p>
            <a:pPr lvl="1"/>
            <a:r>
              <a:rPr lang="en-US" sz="2800"/>
              <a:t>Predict future results</a:t>
            </a:r>
          </a:p>
          <a:p>
            <a:pPr lvl="1"/>
            <a:r>
              <a:rPr lang="en-US" sz="2800"/>
              <a:t>Replace accountability ratings or formal evaluation systems</a:t>
            </a:r>
          </a:p>
          <a:p>
            <a:pPr lvl="1"/>
            <a:r>
              <a:rPr lang="en-US" sz="2800"/>
              <a:t>Deliver a final judgment of school quality</a:t>
            </a:r>
          </a:p>
          <a:p>
            <a:pPr lvl="1"/>
            <a:r>
              <a:rPr lang="en-US" sz="2800"/>
              <a:t>Be used by itself for sanctions, rewards, or public labeling</a:t>
            </a:r>
          </a:p>
        </p:txBody>
      </p:sp>
    </p:spTree>
    <p:extLst>
      <p:ext uri="{BB962C8B-B14F-4D97-AF65-F5344CB8AC3E}">
        <p14:creationId xmlns:p14="http://schemas.microsoft.com/office/powerpoint/2010/main" val="21757660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4DC05-A9B2-FB47-687E-1F9573ACE26A}"/>
              </a:ext>
            </a:extLst>
          </p:cNvPr>
          <p:cNvSpPr>
            <a:spLocks noGrp="1"/>
          </p:cNvSpPr>
          <p:nvPr>
            <p:ph type="title"/>
          </p:nvPr>
        </p:nvSpPr>
        <p:spPr/>
        <p:txBody>
          <a:bodyPr/>
          <a:lstStyle/>
          <a:p>
            <a:r>
              <a:rPr lang="en-US"/>
              <a:t>How the Benchmark Is Built and Validated</a:t>
            </a:r>
          </a:p>
        </p:txBody>
      </p:sp>
      <p:sp>
        <p:nvSpPr>
          <p:cNvPr id="3" name="Text Placeholder 2">
            <a:extLst>
              <a:ext uri="{FF2B5EF4-FFF2-40B4-BE49-F238E27FC236}">
                <a16:creationId xmlns:a16="http://schemas.microsoft.com/office/drawing/2014/main" id="{4D706958-BF41-22BB-D9C4-8C157182FB5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8869960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87C7A-FE32-4F18-34A0-F545B1917541}"/>
              </a:ext>
            </a:extLst>
          </p:cNvPr>
          <p:cNvSpPr>
            <a:spLocks noGrp="1"/>
          </p:cNvSpPr>
          <p:nvPr>
            <p:ph type="title"/>
          </p:nvPr>
        </p:nvSpPr>
        <p:spPr/>
        <p:txBody>
          <a:bodyPr>
            <a:normAutofit/>
          </a:bodyPr>
          <a:lstStyle/>
          <a:p>
            <a:r>
              <a:rPr lang="en-US"/>
              <a:t>How the Benchmark Is Built</a:t>
            </a:r>
          </a:p>
        </p:txBody>
      </p:sp>
      <p:sp>
        <p:nvSpPr>
          <p:cNvPr id="668" name="Shape 10">
            <a:extLst>
              <a:ext uri="{FF2B5EF4-FFF2-40B4-BE49-F238E27FC236}">
                <a16:creationId xmlns:a16="http://schemas.microsoft.com/office/drawing/2014/main" id="{DCD4D5DA-626B-9ADB-A8E3-858FFF98E099}"/>
              </a:ext>
            </a:extLst>
          </p:cNvPr>
          <p:cNvSpPr/>
          <p:nvPr/>
        </p:nvSpPr>
        <p:spPr>
          <a:xfrm>
            <a:off x="190718" y="2314748"/>
            <a:ext cx="1627632" cy="3706344"/>
          </a:xfrm>
          <a:prstGeom prst="roundRect">
            <a:avLst>
              <a:gd name="adj" fmla="val 4494"/>
            </a:avLst>
          </a:prstGeom>
          <a:solidFill>
            <a:srgbClr val="FFFFFF"/>
          </a:solidFill>
          <a:ln w="12700">
            <a:solidFill>
              <a:srgbClr val="D7DEE7"/>
            </a:solidFill>
            <a:prstDash val="solid"/>
          </a:ln>
          <a:effectLst>
            <a:outerShdw blurRad="12700" dist="50800" dir="2700000" algn="bl" rotWithShape="0">
              <a:srgbClr val="CBD3DD">
                <a:alpha val="12000"/>
              </a:srgbClr>
            </a:outerShdw>
          </a:effectLst>
        </p:spPr>
        <p:txBody>
          <a:bodyPr/>
          <a:lstStyle/>
          <a:p>
            <a:endParaRPr lang="en-US"/>
          </a:p>
        </p:txBody>
      </p:sp>
      <p:sp>
        <p:nvSpPr>
          <p:cNvPr id="669" name="Shape 11">
            <a:extLst>
              <a:ext uri="{FF2B5EF4-FFF2-40B4-BE49-F238E27FC236}">
                <a16:creationId xmlns:a16="http://schemas.microsoft.com/office/drawing/2014/main" id="{84A31140-76E8-6A95-3A44-C0F5565E3463}"/>
              </a:ext>
            </a:extLst>
          </p:cNvPr>
          <p:cNvSpPr/>
          <p:nvPr/>
        </p:nvSpPr>
        <p:spPr>
          <a:xfrm>
            <a:off x="245582" y="2369612"/>
            <a:ext cx="1517904" cy="384048"/>
          </a:xfrm>
          <a:prstGeom prst="roundRect">
            <a:avLst>
              <a:gd name="adj" fmla="val 14286"/>
            </a:avLst>
          </a:prstGeom>
          <a:solidFill>
            <a:srgbClr val="E6DEC3"/>
          </a:solidFill>
          <a:ln w="12700">
            <a:solidFill>
              <a:srgbClr val="E6DEC3"/>
            </a:solidFill>
            <a:prstDash val="solid"/>
          </a:ln>
        </p:spPr>
        <p:txBody>
          <a:bodyPr/>
          <a:lstStyle/>
          <a:p>
            <a:endParaRPr lang="en-US"/>
          </a:p>
        </p:txBody>
      </p:sp>
      <p:sp>
        <p:nvSpPr>
          <p:cNvPr id="670" name="Text 12">
            <a:extLst>
              <a:ext uri="{FF2B5EF4-FFF2-40B4-BE49-F238E27FC236}">
                <a16:creationId xmlns:a16="http://schemas.microsoft.com/office/drawing/2014/main" id="{69D7700C-E915-90BF-DA96-1996A68AD6F2}"/>
              </a:ext>
            </a:extLst>
          </p:cNvPr>
          <p:cNvSpPr/>
          <p:nvPr/>
        </p:nvSpPr>
        <p:spPr>
          <a:xfrm>
            <a:off x="294064" y="2418204"/>
            <a:ext cx="1463040" cy="256032"/>
          </a:xfrm>
          <a:prstGeom prst="rect">
            <a:avLst/>
          </a:prstGeom>
          <a:noFill/>
          <a:ln/>
        </p:spPr>
        <p:txBody>
          <a:bodyPr wrap="square" lIns="0" tIns="0" rIns="0" bIns="0" rtlCol="0" anchor="ctr"/>
          <a:lstStyle/>
          <a:p>
            <a:pPr marL="0" indent="0" algn="ctr">
              <a:buNone/>
            </a:pPr>
            <a:r>
              <a:rPr lang="en-US" sz="1150" b="1">
                <a:solidFill>
                  <a:srgbClr val="213547"/>
                </a:solidFill>
                <a:latin typeface="Aptos" pitchFamily="34" charset="0"/>
                <a:ea typeface="Aptos" pitchFamily="34" charset="-122"/>
                <a:cs typeface="Aptos" pitchFamily="34" charset="-120"/>
              </a:rPr>
              <a:t>1. Full dataset</a:t>
            </a:r>
            <a:endParaRPr lang="en-US" sz="1150"/>
          </a:p>
        </p:txBody>
      </p:sp>
      <p:sp>
        <p:nvSpPr>
          <p:cNvPr id="671" name="Shape 13">
            <a:extLst>
              <a:ext uri="{FF2B5EF4-FFF2-40B4-BE49-F238E27FC236}">
                <a16:creationId xmlns:a16="http://schemas.microsoft.com/office/drawing/2014/main" id="{ED0BEB33-BE68-59AC-6214-3F19EFA67DB5}"/>
              </a:ext>
            </a:extLst>
          </p:cNvPr>
          <p:cNvSpPr/>
          <p:nvPr/>
        </p:nvSpPr>
        <p:spPr>
          <a:xfrm>
            <a:off x="282158" y="2826812"/>
            <a:ext cx="1444752" cy="0"/>
          </a:xfrm>
          <a:prstGeom prst="line">
            <a:avLst/>
          </a:prstGeom>
          <a:noFill/>
          <a:ln w="12700">
            <a:solidFill>
              <a:srgbClr val="D7DEE7"/>
            </a:solidFill>
            <a:prstDash val="solid"/>
          </a:ln>
        </p:spPr>
        <p:txBody>
          <a:bodyPr/>
          <a:lstStyle/>
          <a:p>
            <a:endParaRPr lang="en-US"/>
          </a:p>
        </p:txBody>
      </p:sp>
      <p:sp>
        <p:nvSpPr>
          <p:cNvPr id="672" name="Shape 14">
            <a:extLst>
              <a:ext uri="{FF2B5EF4-FFF2-40B4-BE49-F238E27FC236}">
                <a16:creationId xmlns:a16="http://schemas.microsoft.com/office/drawing/2014/main" id="{93B9C37A-037F-6E3C-8E5D-76BCC1D05BB3}"/>
              </a:ext>
            </a:extLst>
          </p:cNvPr>
          <p:cNvSpPr/>
          <p:nvPr/>
        </p:nvSpPr>
        <p:spPr>
          <a:xfrm>
            <a:off x="1873214" y="2314748"/>
            <a:ext cx="1627632" cy="3706348"/>
          </a:xfrm>
          <a:prstGeom prst="roundRect">
            <a:avLst>
              <a:gd name="adj" fmla="val 4494"/>
            </a:avLst>
          </a:prstGeom>
          <a:solidFill>
            <a:srgbClr val="FFFFFF"/>
          </a:solidFill>
          <a:ln w="12700">
            <a:solidFill>
              <a:srgbClr val="D7DEE7"/>
            </a:solidFill>
            <a:prstDash val="solid"/>
          </a:ln>
          <a:effectLst>
            <a:outerShdw blurRad="12700" dist="50800" dir="2700000" algn="bl" rotWithShape="0">
              <a:srgbClr val="CBD3DD">
                <a:alpha val="12000"/>
              </a:srgbClr>
            </a:outerShdw>
          </a:effectLst>
        </p:spPr>
        <p:txBody>
          <a:bodyPr/>
          <a:lstStyle/>
          <a:p>
            <a:endParaRPr lang="en-US"/>
          </a:p>
        </p:txBody>
      </p:sp>
      <p:sp>
        <p:nvSpPr>
          <p:cNvPr id="673" name="Shape 15">
            <a:extLst>
              <a:ext uri="{FF2B5EF4-FFF2-40B4-BE49-F238E27FC236}">
                <a16:creationId xmlns:a16="http://schemas.microsoft.com/office/drawing/2014/main" id="{C1AA5409-5BB9-4E97-F9DB-84A340CDB748}"/>
              </a:ext>
            </a:extLst>
          </p:cNvPr>
          <p:cNvSpPr/>
          <p:nvPr/>
        </p:nvSpPr>
        <p:spPr>
          <a:xfrm>
            <a:off x="1946366" y="2369612"/>
            <a:ext cx="1517904" cy="384048"/>
          </a:xfrm>
          <a:prstGeom prst="roundRect">
            <a:avLst>
              <a:gd name="adj" fmla="val 14286"/>
            </a:avLst>
          </a:prstGeom>
          <a:solidFill>
            <a:srgbClr val="DCE7F1"/>
          </a:solidFill>
          <a:ln w="12700">
            <a:solidFill>
              <a:srgbClr val="DCE7F1"/>
            </a:solidFill>
            <a:prstDash val="solid"/>
          </a:ln>
        </p:spPr>
        <p:txBody>
          <a:bodyPr/>
          <a:lstStyle/>
          <a:p>
            <a:endParaRPr lang="en-US"/>
          </a:p>
        </p:txBody>
      </p:sp>
      <p:sp>
        <p:nvSpPr>
          <p:cNvPr id="674" name="Text 16">
            <a:extLst>
              <a:ext uri="{FF2B5EF4-FFF2-40B4-BE49-F238E27FC236}">
                <a16:creationId xmlns:a16="http://schemas.microsoft.com/office/drawing/2014/main" id="{B2961448-BB59-4BC1-6563-345D33325D70}"/>
              </a:ext>
            </a:extLst>
          </p:cNvPr>
          <p:cNvSpPr/>
          <p:nvPr/>
        </p:nvSpPr>
        <p:spPr>
          <a:xfrm>
            <a:off x="1982942" y="2408697"/>
            <a:ext cx="1463040" cy="256032"/>
          </a:xfrm>
          <a:prstGeom prst="rect">
            <a:avLst/>
          </a:prstGeom>
          <a:noFill/>
          <a:ln/>
        </p:spPr>
        <p:txBody>
          <a:bodyPr wrap="square" lIns="0" tIns="0" rIns="0" bIns="0" rtlCol="0" anchor="ctr"/>
          <a:lstStyle/>
          <a:p>
            <a:pPr marL="0" indent="0" algn="ctr">
              <a:buNone/>
            </a:pPr>
            <a:r>
              <a:rPr lang="en-US" sz="1150" b="1">
                <a:solidFill>
                  <a:srgbClr val="213547"/>
                </a:solidFill>
                <a:latin typeface="Aptos" pitchFamily="34" charset="0"/>
                <a:ea typeface="Aptos" pitchFamily="34" charset="-122"/>
                <a:cs typeface="Aptos" pitchFamily="34" charset="-120"/>
              </a:rPr>
              <a:t>2. Benchmark model</a:t>
            </a:r>
            <a:endParaRPr lang="en-US" sz="1150"/>
          </a:p>
        </p:txBody>
      </p:sp>
      <p:sp>
        <p:nvSpPr>
          <p:cNvPr id="675" name="Shape 17">
            <a:extLst>
              <a:ext uri="{FF2B5EF4-FFF2-40B4-BE49-F238E27FC236}">
                <a16:creationId xmlns:a16="http://schemas.microsoft.com/office/drawing/2014/main" id="{8E48CDB2-2340-A783-E784-CC5540D67B54}"/>
              </a:ext>
            </a:extLst>
          </p:cNvPr>
          <p:cNvSpPr/>
          <p:nvPr/>
        </p:nvSpPr>
        <p:spPr>
          <a:xfrm>
            <a:off x="1982942" y="2826812"/>
            <a:ext cx="1444752" cy="0"/>
          </a:xfrm>
          <a:prstGeom prst="line">
            <a:avLst/>
          </a:prstGeom>
          <a:noFill/>
          <a:ln w="12700">
            <a:solidFill>
              <a:srgbClr val="D7DEE7"/>
            </a:solidFill>
            <a:prstDash val="solid"/>
          </a:ln>
        </p:spPr>
        <p:txBody>
          <a:bodyPr/>
          <a:lstStyle/>
          <a:p>
            <a:endParaRPr lang="en-US"/>
          </a:p>
        </p:txBody>
      </p:sp>
      <p:sp>
        <p:nvSpPr>
          <p:cNvPr id="676" name="Shape 18">
            <a:extLst>
              <a:ext uri="{FF2B5EF4-FFF2-40B4-BE49-F238E27FC236}">
                <a16:creationId xmlns:a16="http://schemas.microsoft.com/office/drawing/2014/main" id="{849BBAE0-1932-AF7A-988F-9EC633FDD112}"/>
              </a:ext>
            </a:extLst>
          </p:cNvPr>
          <p:cNvSpPr/>
          <p:nvPr/>
        </p:nvSpPr>
        <p:spPr>
          <a:xfrm>
            <a:off x="3592286" y="2314748"/>
            <a:ext cx="1627632" cy="3706356"/>
          </a:xfrm>
          <a:prstGeom prst="roundRect">
            <a:avLst>
              <a:gd name="adj" fmla="val 4494"/>
            </a:avLst>
          </a:prstGeom>
          <a:solidFill>
            <a:srgbClr val="FFFFFF"/>
          </a:solidFill>
          <a:ln w="12700">
            <a:solidFill>
              <a:srgbClr val="D7DEE7"/>
            </a:solidFill>
            <a:prstDash val="solid"/>
          </a:ln>
          <a:effectLst>
            <a:outerShdw blurRad="12700" dist="50800" dir="2700000" algn="bl" rotWithShape="0">
              <a:srgbClr val="CBD3DD">
                <a:alpha val="12000"/>
              </a:srgbClr>
            </a:outerShdw>
          </a:effectLst>
        </p:spPr>
        <p:txBody>
          <a:bodyPr/>
          <a:lstStyle/>
          <a:p>
            <a:endParaRPr lang="en-US"/>
          </a:p>
        </p:txBody>
      </p:sp>
      <p:sp>
        <p:nvSpPr>
          <p:cNvPr id="677" name="Shape 19">
            <a:extLst>
              <a:ext uri="{FF2B5EF4-FFF2-40B4-BE49-F238E27FC236}">
                <a16:creationId xmlns:a16="http://schemas.microsoft.com/office/drawing/2014/main" id="{1AE818B8-CE54-CDC9-42FA-D38595999CC7}"/>
              </a:ext>
            </a:extLst>
          </p:cNvPr>
          <p:cNvSpPr/>
          <p:nvPr/>
        </p:nvSpPr>
        <p:spPr>
          <a:xfrm>
            <a:off x="3647150" y="2369612"/>
            <a:ext cx="1517904" cy="384048"/>
          </a:xfrm>
          <a:prstGeom prst="roundRect">
            <a:avLst>
              <a:gd name="adj" fmla="val 14286"/>
            </a:avLst>
          </a:prstGeom>
          <a:solidFill>
            <a:srgbClr val="BFD7D3"/>
          </a:solidFill>
          <a:ln w="12700">
            <a:solidFill>
              <a:srgbClr val="BFD7D3"/>
            </a:solidFill>
            <a:prstDash val="solid"/>
          </a:ln>
        </p:spPr>
        <p:txBody>
          <a:bodyPr/>
          <a:lstStyle/>
          <a:p>
            <a:endParaRPr lang="en-US"/>
          </a:p>
        </p:txBody>
      </p:sp>
      <p:sp>
        <p:nvSpPr>
          <p:cNvPr id="678" name="Text 20">
            <a:extLst>
              <a:ext uri="{FF2B5EF4-FFF2-40B4-BE49-F238E27FC236}">
                <a16:creationId xmlns:a16="http://schemas.microsoft.com/office/drawing/2014/main" id="{4358CD0B-A270-61B0-C783-3575A60DC33D}"/>
              </a:ext>
            </a:extLst>
          </p:cNvPr>
          <p:cNvSpPr/>
          <p:nvPr/>
        </p:nvSpPr>
        <p:spPr>
          <a:xfrm>
            <a:off x="3688803" y="2417937"/>
            <a:ext cx="1463040" cy="256032"/>
          </a:xfrm>
          <a:prstGeom prst="rect">
            <a:avLst/>
          </a:prstGeom>
          <a:noFill/>
          <a:ln/>
        </p:spPr>
        <p:txBody>
          <a:bodyPr wrap="square" lIns="0" tIns="0" rIns="0" bIns="0" rtlCol="0" anchor="ctr"/>
          <a:lstStyle/>
          <a:p>
            <a:pPr marL="0" indent="0" algn="ctr">
              <a:buNone/>
            </a:pPr>
            <a:r>
              <a:rPr lang="en-US" sz="1150" b="1">
                <a:solidFill>
                  <a:srgbClr val="213547"/>
                </a:solidFill>
                <a:latin typeface="Aptos" pitchFamily="34" charset="0"/>
                <a:ea typeface="Aptos" pitchFamily="34" charset="-122"/>
                <a:cs typeface="Aptos" pitchFamily="34" charset="-120"/>
              </a:rPr>
              <a:t>3. Grouped folds </a:t>
            </a:r>
            <a:endParaRPr lang="en-US" sz="1150"/>
          </a:p>
        </p:txBody>
      </p:sp>
      <p:sp>
        <p:nvSpPr>
          <p:cNvPr id="679" name="Shape 21">
            <a:extLst>
              <a:ext uri="{FF2B5EF4-FFF2-40B4-BE49-F238E27FC236}">
                <a16:creationId xmlns:a16="http://schemas.microsoft.com/office/drawing/2014/main" id="{F1699E04-3C8C-1B56-0454-5811F2139E10}"/>
              </a:ext>
            </a:extLst>
          </p:cNvPr>
          <p:cNvSpPr/>
          <p:nvPr/>
        </p:nvSpPr>
        <p:spPr>
          <a:xfrm>
            <a:off x="3683726" y="2826812"/>
            <a:ext cx="1444752" cy="0"/>
          </a:xfrm>
          <a:prstGeom prst="line">
            <a:avLst/>
          </a:prstGeom>
          <a:noFill/>
          <a:ln w="12700">
            <a:solidFill>
              <a:srgbClr val="D7DEE7"/>
            </a:solidFill>
            <a:prstDash val="solid"/>
          </a:ln>
        </p:spPr>
        <p:txBody>
          <a:bodyPr/>
          <a:lstStyle/>
          <a:p>
            <a:endParaRPr lang="en-US"/>
          </a:p>
        </p:txBody>
      </p:sp>
      <p:sp>
        <p:nvSpPr>
          <p:cNvPr id="680" name="Shape 22">
            <a:extLst>
              <a:ext uri="{FF2B5EF4-FFF2-40B4-BE49-F238E27FC236}">
                <a16:creationId xmlns:a16="http://schemas.microsoft.com/office/drawing/2014/main" id="{0187C9DA-A697-7B8C-593F-11275B94CB11}"/>
              </a:ext>
            </a:extLst>
          </p:cNvPr>
          <p:cNvSpPr/>
          <p:nvPr/>
        </p:nvSpPr>
        <p:spPr>
          <a:xfrm>
            <a:off x="5293070" y="2314748"/>
            <a:ext cx="1627632" cy="3706357"/>
          </a:xfrm>
          <a:prstGeom prst="roundRect">
            <a:avLst>
              <a:gd name="adj" fmla="val 4494"/>
            </a:avLst>
          </a:prstGeom>
          <a:solidFill>
            <a:srgbClr val="FFFFFF"/>
          </a:solidFill>
          <a:ln w="12700">
            <a:solidFill>
              <a:srgbClr val="D7DEE7"/>
            </a:solidFill>
            <a:prstDash val="solid"/>
          </a:ln>
          <a:effectLst>
            <a:outerShdw blurRad="12700" dist="50800" dir="2700000" algn="bl" rotWithShape="0">
              <a:srgbClr val="CBD3DD">
                <a:alpha val="12000"/>
              </a:srgbClr>
            </a:outerShdw>
          </a:effectLst>
        </p:spPr>
        <p:txBody>
          <a:bodyPr/>
          <a:lstStyle/>
          <a:p>
            <a:endParaRPr lang="en-US"/>
          </a:p>
        </p:txBody>
      </p:sp>
      <p:sp>
        <p:nvSpPr>
          <p:cNvPr id="681" name="Shape 23">
            <a:extLst>
              <a:ext uri="{FF2B5EF4-FFF2-40B4-BE49-F238E27FC236}">
                <a16:creationId xmlns:a16="http://schemas.microsoft.com/office/drawing/2014/main" id="{FD6A1039-C054-C3F1-4F58-7DBF1BF8A9CC}"/>
              </a:ext>
            </a:extLst>
          </p:cNvPr>
          <p:cNvSpPr/>
          <p:nvPr/>
        </p:nvSpPr>
        <p:spPr>
          <a:xfrm>
            <a:off x="5347934" y="2369612"/>
            <a:ext cx="1517904" cy="384048"/>
          </a:xfrm>
          <a:prstGeom prst="roundRect">
            <a:avLst>
              <a:gd name="adj" fmla="val 14286"/>
            </a:avLst>
          </a:prstGeom>
          <a:solidFill>
            <a:srgbClr val="EFF3F7"/>
          </a:solidFill>
          <a:ln w="12700">
            <a:solidFill>
              <a:srgbClr val="EFF3F7"/>
            </a:solidFill>
            <a:prstDash val="solid"/>
          </a:ln>
        </p:spPr>
        <p:txBody>
          <a:bodyPr/>
          <a:lstStyle/>
          <a:p>
            <a:endParaRPr lang="en-US"/>
          </a:p>
        </p:txBody>
      </p:sp>
      <p:sp>
        <p:nvSpPr>
          <p:cNvPr id="682" name="Text 24">
            <a:extLst>
              <a:ext uri="{FF2B5EF4-FFF2-40B4-BE49-F238E27FC236}">
                <a16:creationId xmlns:a16="http://schemas.microsoft.com/office/drawing/2014/main" id="{3A634EF8-26CF-1775-EDAD-36843D2AB250}"/>
              </a:ext>
            </a:extLst>
          </p:cNvPr>
          <p:cNvSpPr/>
          <p:nvPr/>
        </p:nvSpPr>
        <p:spPr>
          <a:xfrm>
            <a:off x="5366222" y="2403144"/>
            <a:ext cx="1463040" cy="256032"/>
          </a:xfrm>
          <a:prstGeom prst="rect">
            <a:avLst/>
          </a:prstGeom>
          <a:noFill/>
          <a:ln/>
        </p:spPr>
        <p:txBody>
          <a:bodyPr wrap="square" lIns="0" tIns="0" rIns="0" bIns="0" rtlCol="0" anchor="ctr"/>
          <a:lstStyle/>
          <a:p>
            <a:pPr algn="ctr"/>
            <a:r>
              <a:rPr lang="en-US" sz="1150" b="1">
                <a:solidFill>
                  <a:srgbClr val="213547"/>
                </a:solidFill>
                <a:latin typeface="Aptos" pitchFamily="34" charset="0"/>
                <a:ea typeface="Aptos" pitchFamily="34" charset="-122"/>
                <a:cs typeface="Aptos" pitchFamily="34" charset="-120"/>
              </a:rPr>
              <a:t>4. Assign school folds</a:t>
            </a:r>
            <a:endParaRPr lang="en-US" sz="1150"/>
          </a:p>
        </p:txBody>
      </p:sp>
      <p:sp>
        <p:nvSpPr>
          <p:cNvPr id="683" name="Shape 25">
            <a:extLst>
              <a:ext uri="{FF2B5EF4-FFF2-40B4-BE49-F238E27FC236}">
                <a16:creationId xmlns:a16="http://schemas.microsoft.com/office/drawing/2014/main" id="{F416C631-AFCE-CA7D-65E8-B4BE65AD8883}"/>
              </a:ext>
            </a:extLst>
          </p:cNvPr>
          <p:cNvSpPr/>
          <p:nvPr/>
        </p:nvSpPr>
        <p:spPr>
          <a:xfrm>
            <a:off x="5384510" y="2826812"/>
            <a:ext cx="1444752" cy="0"/>
          </a:xfrm>
          <a:prstGeom prst="line">
            <a:avLst/>
          </a:prstGeom>
          <a:noFill/>
          <a:ln w="12700">
            <a:solidFill>
              <a:srgbClr val="D7DEE7"/>
            </a:solidFill>
            <a:prstDash val="solid"/>
          </a:ln>
        </p:spPr>
        <p:txBody>
          <a:bodyPr/>
          <a:lstStyle/>
          <a:p>
            <a:endParaRPr lang="en-US"/>
          </a:p>
        </p:txBody>
      </p:sp>
      <p:sp>
        <p:nvSpPr>
          <p:cNvPr id="684" name="Shape 26">
            <a:extLst>
              <a:ext uri="{FF2B5EF4-FFF2-40B4-BE49-F238E27FC236}">
                <a16:creationId xmlns:a16="http://schemas.microsoft.com/office/drawing/2014/main" id="{617B5681-33C0-1B4E-2E26-387CCB034511}"/>
              </a:ext>
            </a:extLst>
          </p:cNvPr>
          <p:cNvSpPr/>
          <p:nvPr/>
        </p:nvSpPr>
        <p:spPr>
          <a:xfrm>
            <a:off x="6993854" y="2314748"/>
            <a:ext cx="1627632" cy="3706359"/>
          </a:xfrm>
          <a:prstGeom prst="roundRect">
            <a:avLst>
              <a:gd name="adj" fmla="val 4494"/>
            </a:avLst>
          </a:prstGeom>
          <a:solidFill>
            <a:srgbClr val="FFFFFF"/>
          </a:solidFill>
          <a:ln w="12700">
            <a:solidFill>
              <a:srgbClr val="D7DEE7"/>
            </a:solidFill>
            <a:prstDash val="solid"/>
          </a:ln>
          <a:effectLst>
            <a:outerShdw blurRad="12700" dist="50800" dir="2700000" algn="bl" rotWithShape="0">
              <a:srgbClr val="CBD3DD">
                <a:alpha val="12000"/>
              </a:srgbClr>
            </a:outerShdw>
          </a:effectLst>
        </p:spPr>
        <p:txBody>
          <a:bodyPr/>
          <a:lstStyle/>
          <a:p>
            <a:endParaRPr lang="en-US"/>
          </a:p>
        </p:txBody>
      </p:sp>
      <p:sp>
        <p:nvSpPr>
          <p:cNvPr id="685" name="Shape 27">
            <a:extLst>
              <a:ext uri="{FF2B5EF4-FFF2-40B4-BE49-F238E27FC236}">
                <a16:creationId xmlns:a16="http://schemas.microsoft.com/office/drawing/2014/main" id="{5DF8AC2E-628D-8566-505D-F53B97F27DF5}"/>
              </a:ext>
            </a:extLst>
          </p:cNvPr>
          <p:cNvSpPr/>
          <p:nvPr/>
        </p:nvSpPr>
        <p:spPr>
          <a:xfrm>
            <a:off x="7048718" y="2369612"/>
            <a:ext cx="1517904" cy="384048"/>
          </a:xfrm>
          <a:prstGeom prst="roundRect">
            <a:avLst>
              <a:gd name="adj" fmla="val 14286"/>
            </a:avLst>
          </a:prstGeom>
          <a:solidFill>
            <a:srgbClr val="D6D2E8"/>
          </a:solidFill>
          <a:ln w="12700">
            <a:solidFill>
              <a:srgbClr val="D6D2E8"/>
            </a:solidFill>
            <a:prstDash val="solid"/>
          </a:ln>
        </p:spPr>
        <p:txBody>
          <a:bodyPr/>
          <a:lstStyle/>
          <a:p>
            <a:endParaRPr lang="en-US"/>
          </a:p>
        </p:txBody>
      </p:sp>
      <p:sp>
        <p:nvSpPr>
          <p:cNvPr id="686" name="Text 28">
            <a:extLst>
              <a:ext uri="{FF2B5EF4-FFF2-40B4-BE49-F238E27FC236}">
                <a16:creationId xmlns:a16="http://schemas.microsoft.com/office/drawing/2014/main" id="{AB6F4C3E-8603-C6F5-A6CD-673B5E983DEE}"/>
              </a:ext>
            </a:extLst>
          </p:cNvPr>
          <p:cNvSpPr/>
          <p:nvPr/>
        </p:nvSpPr>
        <p:spPr>
          <a:xfrm>
            <a:off x="7103582" y="2433620"/>
            <a:ext cx="1463040" cy="256032"/>
          </a:xfrm>
          <a:prstGeom prst="rect">
            <a:avLst/>
          </a:prstGeom>
          <a:noFill/>
          <a:ln/>
        </p:spPr>
        <p:txBody>
          <a:bodyPr wrap="square" lIns="0" tIns="0" rIns="0" bIns="0" rtlCol="0" anchor="ctr"/>
          <a:lstStyle/>
          <a:p>
            <a:pPr marL="0" indent="0" algn="ctr">
              <a:buNone/>
            </a:pPr>
            <a:r>
              <a:rPr lang="en-US" sz="1150" b="1">
                <a:solidFill>
                  <a:srgbClr val="213547"/>
                </a:solidFill>
                <a:latin typeface="Aptos" pitchFamily="34" charset="0"/>
                <a:ea typeface="Aptos" pitchFamily="34" charset="-122"/>
                <a:cs typeface="Aptos" pitchFamily="34" charset="-120"/>
              </a:rPr>
              <a:t>5. Train &amp; predict</a:t>
            </a:r>
            <a:endParaRPr lang="en-US" sz="1150"/>
          </a:p>
        </p:txBody>
      </p:sp>
      <p:sp>
        <p:nvSpPr>
          <p:cNvPr id="687" name="Shape 29">
            <a:extLst>
              <a:ext uri="{FF2B5EF4-FFF2-40B4-BE49-F238E27FC236}">
                <a16:creationId xmlns:a16="http://schemas.microsoft.com/office/drawing/2014/main" id="{E68C9A50-1B8D-C347-D80F-6BFDE9A90DF7}"/>
              </a:ext>
            </a:extLst>
          </p:cNvPr>
          <p:cNvSpPr/>
          <p:nvPr/>
        </p:nvSpPr>
        <p:spPr>
          <a:xfrm>
            <a:off x="7085294" y="2826812"/>
            <a:ext cx="1444752" cy="0"/>
          </a:xfrm>
          <a:prstGeom prst="line">
            <a:avLst/>
          </a:prstGeom>
          <a:noFill/>
          <a:ln w="12700">
            <a:solidFill>
              <a:srgbClr val="D7DEE7"/>
            </a:solidFill>
            <a:prstDash val="solid"/>
          </a:ln>
        </p:spPr>
        <p:txBody>
          <a:bodyPr/>
          <a:lstStyle/>
          <a:p>
            <a:endParaRPr lang="en-US"/>
          </a:p>
        </p:txBody>
      </p:sp>
      <p:sp>
        <p:nvSpPr>
          <p:cNvPr id="688" name="Shape 30">
            <a:extLst>
              <a:ext uri="{FF2B5EF4-FFF2-40B4-BE49-F238E27FC236}">
                <a16:creationId xmlns:a16="http://schemas.microsoft.com/office/drawing/2014/main" id="{BE7F78AE-8DEA-DB19-C4CD-BFC7330D963A}"/>
              </a:ext>
            </a:extLst>
          </p:cNvPr>
          <p:cNvSpPr/>
          <p:nvPr/>
        </p:nvSpPr>
        <p:spPr>
          <a:xfrm>
            <a:off x="8694638" y="2314748"/>
            <a:ext cx="1627632" cy="3706368"/>
          </a:xfrm>
          <a:prstGeom prst="roundRect">
            <a:avLst>
              <a:gd name="adj" fmla="val 4494"/>
            </a:avLst>
          </a:prstGeom>
          <a:solidFill>
            <a:srgbClr val="FFFFFF"/>
          </a:solidFill>
          <a:ln w="12700">
            <a:solidFill>
              <a:srgbClr val="D7DEE7"/>
            </a:solidFill>
            <a:prstDash val="solid"/>
          </a:ln>
          <a:effectLst>
            <a:outerShdw blurRad="12700" dist="50800" dir="2700000" algn="bl" rotWithShape="0">
              <a:srgbClr val="CBD3DD">
                <a:alpha val="12000"/>
              </a:srgbClr>
            </a:outerShdw>
          </a:effectLst>
        </p:spPr>
        <p:txBody>
          <a:bodyPr/>
          <a:lstStyle/>
          <a:p>
            <a:endParaRPr lang="en-US"/>
          </a:p>
        </p:txBody>
      </p:sp>
      <p:sp>
        <p:nvSpPr>
          <p:cNvPr id="689" name="Shape 31">
            <a:extLst>
              <a:ext uri="{FF2B5EF4-FFF2-40B4-BE49-F238E27FC236}">
                <a16:creationId xmlns:a16="http://schemas.microsoft.com/office/drawing/2014/main" id="{3A795FA6-FD9F-5BC4-2528-98E0702704E7}"/>
              </a:ext>
            </a:extLst>
          </p:cNvPr>
          <p:cNvSpPr/>
          <p:nvPr/>
        </p:nvSpPr>
        <p:spPr>
          <a:xfrm>
            <a:off x="8749502" y="2369612"/>
            <a:ext cx="1517904" cy="384048"/>
          </a:xfrm>
          <a:prstGeom prst="roundRect">
            <a:avLst>
              <a:gd name="adj" fmla="val 14286"/>
            </a:avLst>
          </a:prstGeom>
          <a:solidFill>
            <a:srgbClr val="D7E3D9"/>
          </a:solidFill>
          <a:ln w="12700">
            <a:solidFill>
              <a:srgbClr val="D7E3D9"/>
            </a:solidFill>
            <a:prstDash val="solid"/>
          </a:ln>
        </p:spPr>
        <p:txBody>
          <a:bodyPr/>
          <a:lstStyle/>
          <a:p>
            <a:endParaRPr lang="en-US"/>
          </a:p>
        </p:txBody>
      </p:sp>
      <p:sp>
        <p:nvSpPr>
          <p:cNvPr id="690" name="Text 32">
            <a:extLst>
              <a:ext uri="{FF2B5EF4-FFF2-40B4-BE49-F238E27FC236}">
                <a16:creationId xmlns:a16="http://schemas.microsoft.com/office/drawing/2014/main" id="{7EB1C4FD-9A47-C3F1-BC90-16D5E89DDBF1}"/>
              </a:ext>
            </a:extLst>
          </p:cNvPr>
          <p:cNvSpPr/>
          <p:nvPr/>
        </p:nvSpPr>
        <p:spPr>
          <a:xfrm>
            <a:off x="8767790" y="2417937"/>
            <a:ext cx="1463040" cy="256032"/>
          </a:xfrm>
          <a:prstGeom prst="rect">
            <a:avLst/>
          </a:prstGeom>
          <a:noFill/>
          <a:ln/>
        </p:spPr>
        <p:txBody>
          <a:bodyPr wrap="square" lIns="0" tIns="0" rIns="0" bIns="0" rtlCol="0" anchor="ctr"/>
          <a:lstStyle/>
          <a:p>
            <a:pPr marL="0" indent="0" algn="ctr">
              <a:buNone/>
            </a:pPr>
            <a:r>
              <a:rPr lang="en-US" sz="1150" b="1">
                <a:solidFill>
                  <a:srgbClr val="213547"/>
                </a:solidFill>
                <a:latin typeface="Aptos" pitchFamily="34" charset="0"/>
                <a:ea typeface="Aptos" pitchFamily="34" charset="-122"/>
                <a:cs typeface="Aptos" pitchFamily="34" charset="-120"/>
              </a:rPr>
              <a:t>6. Average repeats</a:t>
            </a:r>
            <a:endParaRPr lang="en-US" sz="1150"/>
          </a:p>
        </p:txBody>
      </p:sp>
      <p:sp>
        <p:nvSpPr>
          <p:cNvPr id="691" name="Shape 33">
            <a:extLst>
              <a:ext uri="{FF2B5EF4-FFF2-40B4-BE49-F238E27FC236}">
                <a16:creationId xmlns:a16="http://schemas.microsoft.com/office/drawing/2014/main" id="{E00C9F88-29D0-C707-A3CE-B0585884E5B8}"/>
              </a:ext>
            </a:extLst>
          </p:cNvPr>
          <p:cNvSpPr/>
          <p:nvPr/>
        </p:nvSpPr>
        <p:spPr>
          <a:xfrm>
            <a:off x="8786078" y="2826812"/>
            <a:ext cx="1444752" cy="0"/>
          </a:xfrm>
          <a:prstGeom prst="line">
            <a:avLst/>
          </a:prstGeom>
          <a:noFill/>
          <a:ln w="12700">
            <a:solidFill>
              <a:srgbClr val="D7DEE7"/>
            </a:solidFill>
            <a:prstDash val="solid"/>
          </a:ln>
        </p:spPr>
        <p:txBody>
          <a:bodyPr/>
          <a:lstStyle/>
          <a:p>
            <a:endParaRPr lang="en-US"/>
          </a:p>
        </p:txBody>
      </p:sp>
      <p:sp>
        <p:nvSpPr>
          <p:cNvPr id="692" name="Shape 34">
            <a:extLst>
              <a:ext uri="{FF2B5EF4-FFF2-40B4-BE49-F238E27FC236}">
                <a16:creationId xmlns:a16="http://schemas.microsoft.com/office/drawing/2014/main" id="{41334A07-CD8F-D3CC-FBC2-15E383DB1968}"/>
              </a:ext>
            </a:extLst>
          </p:cNvPr>
          <p:cNvSpPr/>
          <p:nvPr/>
        </p:nvSpPr>
        <p:spPr>
          <a:xfrm>
            <a:off x="10395422" y="2314748"/>
            <a:ext cx="1627632" cy="3706364"/>
          </a:xfrm>
          <a:prstGeom prst="roundRect">
            <a:avLst>
              <a:gd name="adj" fmla="val 4494"/>
            </a:avLst>
          </a:prstGeom>
          <a:solidFill>
            <a:srgbClr val="FFFFFF"/>
          </a:solidFill>
          <a:ln w="12700">
            <a:solidFill>
              <a:srgbClr val="D7DEE7"/>
            </a:solidFill>
            <a:prstDash val="solid"/>
          </a:ln>
          <a:effectLst>
            <a:outerShdw blurRad="12700" dist="50800" dir="2700000" algn="bl" rotWithShape="0">
              <a:srgbClr val="CBD3DD">
                <a:alpha val="12000"/>
              </a:srgbClr>
            </a:outerShdw>
          </a:effectLst>
        </p:spPr>
        <p:txBody>
          <a:bodyPr/>
          <a:lstStyle/>
          <a:p>
            <a:endParaRPr lang="en-US"/>
          </a:p>
        </p:txBody>
      </p:sp>
      <p:sp>
        <p:nvSpPr>
          <p:cNvPr id="693" name="Shape 35">
            <a:extLst>
              <a:ext uri="{FF2B5EF4-FFF2-40B4-BE49-F238E27FC236}">
                <a16:creationId xmlns:a16="http://schemas.microsoft.com/office/drawing/2014/main" id="{2AB77C53-FDBA-33EA-24F4-1F173DE94632}"/>
              </a:ext>
            </a:extLst>
          </p:cNvPr>
          <p:cNvSpPr/>
          <p:nvPr/>
        </p:nvSpPr>
        <p:spPr>
          <a:xfrm>
            <a:off x="10450286" y="2369612"/>
            <a:ext cx="1517904" cy="384048"/>
          </a:xfrm>
          <a:prstGeom prst="roundRect">
            <a:avLst>
              <a:gd name="adj" fmla="val 14286"/>
            </a:avLst>
          </a:prstGeom>
          <a:solidFill>
            <a:srgbClr val="E4D4D6"/>
          </a:solidFill>
          <a:ln w="12700">
            <a:solidFill>
              <a:srgbClr val="E4D4D6"/>
            </a:solidFill>
            <a:prstDash val="solid"/>
          </a:ln>
        </p:spPr>
        <p:txBody>
          <a:bodyPr/>
          <a:lstStyle/>
          <a:p>
            <a:endParaRPr lang="en-US"/>
          </a:p>
        </p:txBody>
      </p:sp>
      <p:sp>
        <p:nvSpPr>
          <p:cNvPr id="694" name="Text 36">
            <a:extLst>
              <a:ext uri="{FF2B5EF4-FFF2-40B4-BE49-F238E27FC236}">
                <a16:creationId xmlns:a16="http://schemas.microsoft.com/office/drawing/2014/main" id="{29290596-B362-7ADC-D62A-A411F27D8840}"/>
              </a:ext>
            </a:extLst>
          </p:cNvPr>
          <p:cNvSpPr/>
          <p:nvPr/>
        </p:nvSpPr>
        <p:spPr>
          <a:xfrm>
            <a:off x="10486862" y="2433620"/>
            <a:ext cx="1463040" cy="256032"/>
          </a:xfrm>
          <a:prstGeom prst="rect">
            <a:avLst/>
          </a:prstGeom>
          <a:noFill/>
          <a:ln/>
        </p:spPr>
        <p:txBody>
          <a:bodyPr wrap="square" lIns="0" tIns="0" rIns="0" bIns="0" rtlCol="0" anchor="ctr"/>
          <a:lstStyle/>
          <a:p>
            <a:pPr marL="0" indent="0" algn="ctr">
              <a:buNone/>
            </a:pPr>
            <a:r>
              <a:rPr lang="en-US" sz="1150" b="1">
                <a:solidFill>
                  <a:srgbClr val="213547"/>
                </a:solidFill>
                <a:latin typeface="Aptos" pitchFamily="34" charset="0"/>
                <a:ea typeface="Aptos" pitchFamily="34" charset="-122"/>
                <a:cs typeface="Aptos" pitchFamily="34" charset="-120"/>
              </a:rPr>
              <a:t>7. Reporting outputs</a:t>
            </a:r>
            <a:endParaRPr lang="en-US" sz="1150"/>
          </a:p>
        </p:txBody>
      </p:sp>
      <p:sp>
        <p:nvSpPr>
          <p:cNvPr id="695" name="Shape 37">
            <a:extLst>
              <a:ext uri="{FF2B5EF4-FFF2-40B4-BE49-F238E27FC236}">
                <a16:creationId xmlns:a16="http://schemas.microsoft.com/office/drawing/2014/main" id="{929D9A67-630B-3F47-C591-E3820457D087}"/>
              </a:ext>
            </a:extLst>
          </p:cNvPr>
          <p:cNvSpPr/>
          <p:nvPr/>
        </p:nvSpPr>
        <p:spPr>
          <a:xfrm>
            <a:off x="10486862" y="2826812"/>
            <a:ext cx="1444752" cy="0"/>
          </a:xfrm>
          <a:prstGeom prst="line">
            <a:avLst/>
          </a:prstGeom>
          <a:noFill/>
          <a:ln w="12700">
            <a:solidFill>
              <a:srgbClr val="D7DEE7"/>
            </a:solidFill>
            <a:prstDash val="solid"/>
          </a:ln>
        </p:spPr>
        <p:txBody>
          <a:bodyPr/>
          <a:lstStyle/>
          <a:p>
            <a:endParaRPr lang="en-US"/>
          </a:p>
        </p:txBody>
      </p:sp>
      <p:sp>
        <p:nvSpPr>
          <p:cNvPr id="696" name="Text 44">
            <a:extLst>
              <a:ext uri="{FF2B5EF4-FFF2-40B4-BE49-F238E27FC236}">
                <a16:creationId xmlns:a16="http://schemas.microsoft.com/office/drawing/2014/main" id="{EA7D2944-47D9-A527-1985-8B8CB5D862D2}"/>
              </a:ext>
            </a:extLst>
          </p:cNvPr>
          <p:cNvSpPr/>
          <p:nvPr/>
        </p:nvSpPr>
        <p:spPr>
          <a:xfrm>
            <a:off x="337022" y="2954828"/>
            <a:ext cx="1335024" cy="164592"/>
          </a:xfrm>
          <a:prstGeom prst="rect">
            <a:avLst/>
          </a:prstGeom>
          <a:noFill/>
          <a:ln/>
        </p:spPr>
        <p:txBody>
          <a:bodyPr wrap="square" lIns="0" tIns="0" rIns="0" bIns="0" rtlCol="0" anchor="ctr"/>
          <a:lstStyle/>
          <a:p>
            <a:pPr marL="0" indent="0" algn="ctr">
              <a:buNone/>
            </a:pPr>
            <a:r>
              <a:rPr lang="en-US" sz="950" b="1">
                <a:solidFill>
                  <a:srgbClr val="213547"/>
                </a:solidFill>
                <a:latin typeface="Aptos" pitchFamily="34" charset="0"/>
                <a:ea typeface="Aptos" pitchFamily="34" charset="-122"/>
                <a:cs typeface="Aptos" pitchFamily="34" charset="-120"/>
              </a:rPr>
              <a:t>School-year rows</a:t>
            </a:r>
            <a:endParaRPr lang="en-US" sz="950"/>
          </a:p>
        </p:txBody>
      </p:sp>
      <p:sp>
        <p:nvSpPr>
          <p:cNvPr id="697" name="Text 45">
            <a:extLst>
              <a:ext uri="{FF2B5EF4-FFF2-40B4-BE49-F238E27FC236}">
                <a16:creationId xmlns:a16="http://schemas.microsoft.com/office/drawing/2014/main" id="{BE7CB96F-95C7-90BA-83FD-485B1CE227D4}"/>
              </a:ext>
            </a:extLst>
          </p:cNvPr>
          <p:cNvSpPr/>
          <p:nvPr/>
        </p:nvSpPr>
        <p:spPr>
          <a:xfrm>
            <a:off x="245582" y="3155996"/>
            <a:ext cx="1517904" cy="274320"/>
          </a:xfrm>
          <a:prstGeom prst="rect">
            <a:avLst/>
          </a:prstGeom>
          <a:noFill/>
          <a:ln/>
        </p:spPr>
        <p:txBody>
          <a:bodyPr wrap="square" lIns="0" tIns="0" rIns="0" bIns="0" rtlCol="0" anchor="ctr"/>
          <a:lstStyle/>
          <a:p>
            <a:pPr marL="0" indent="0" algn="ctr">
              <a:buNone/>
            </a:pPr>
            <a:r>
              <a:rPr lang="en-US" sz="800">
                <a:solidFill>
                  <a:srgbClr val="5F6B7A"/>
                </a:solidFill>
                <a:latin typeface="Aptos" pitchFamily="34" charset="0"/>
                <a:ea typeface="Aptos" pitchFamily="34" charset="-122"/>
                <a:cs typeface="Aptos" pitchFamily="34" charset="-120"/>
              </a:rPr>
              <a:t>Each row = one school-year observation</a:t>
            </a:r>
            <a:endParaRPr lang="en-US" sz="800"/>
          </a:p>
        </p:txBody>
      </p:sp>
      <p:sp>
        <p:nvSpPr>
          <p:cNvPr id="698" name="Shape 46">
            <a:extLst>
              <a:ext uri="{FF2B5EF4-FFF2-40B4-BE49-F238E27FC236}">
                <a16:creationId xmlns:a16="http://schemas.microsoft.com/office/drawing/2014/main" id="{0C776A8B-8481-F0F9-8CDB-1D777991689A}"/>
              </a:ext>
            </a:extLst>
          </p:cNvPr>
          <p:cNvSpPr/>
          <p:nvPr/>
        </p:nvSpPr>
        <p:spPr>
          <a:xfrm>
            <a:off x="501614" y="3530900"/>
            <a:ext cx="1005840" cy="914400"/>
          </a:xfrm>
          <a:prstGeom prst="roundRect">
            <a:avLst>
              <a:gd name="adj" fmla="val 5000"/>
            </a:avLst>
          </a:prstGeom>
          <a:solidFill>
            <a:srgbClr val="F8FAFC"/>
          </a:solidFill>
          <a:ln w="12700">
            <a:solidFill>
              <a:srgbClr val="D7DEE7"/>
            </a:solidFill>
            <a:prstDash val="solid"/>
          </a:ln>
        </p:spPr>
        <p:txBody>
          <a:bodyPr/>
          <a:lstStyle/>
          <a:p>
            <a:endParaRPr lang="en-US"/>
          </a:p>
        </p:txBody>
      </p:sp>
      <p:sp>
        <p:nvSpPr>
          <p:cNvPr id="699" name="Shape 47">
            <a:extLst>
              <a:ext uri="{FF2B5EF4-FFF2-40B4-BE49-F238E27FC236}">
                <a16:creationId xmlns:a16="http://schemas.microsoft.com/office/drawing/2014/main" id="{35203C28-680E-3FB6-8945-95936E156C26}"/>
              </a:ext>
            </a:extLst>
          </p:cNvPr>
          <p:cNvSpPr/>
          <p:nvPr/>
        </p:nvSpPr>
        <p:spPr>
          <a:xfrm>
            <a:off x="611342" y="3649772"/>
            <a:ext cx="786384" cy="82296"/>
          </a:xfrm>
          <a:prstGeom prst="roundRect">
            <a:avLst>
              <a:gd name="adj" fmla="val 33333"/>
            </a:avLst>
          </a:prstGeom>
          <a:solidFill>
            <a:srgbClr val="DCE7F1"/>
          </a:solidFill>
          <a:ln w="12700">
            <a:solidFill>
              <a:srgbClr val="DCE7F1"/>
            </a:solidFill>
            <a:prstDash val="solid"/>
          </a:ln>
        </p:spPr>
        <p:txBody>
          <a:bodyPr/>
          <a:lstStyle/>
          <a:p>
            <a:endParaRPr lang="en-US"/>
          </a:p>
        </p:txBody>
      </p:sp>
      <p:sp>
        <p:nvSpPr>
          <p:cNvPr id="700" name="Shape 48">
            <a:extLst>
              <a:ext uri="{FF2B5EF4-FFF2-40B4-BE49-F238E27FC236}">
                <a16:creationId xmlns:a16="http://schemas.microsoft.com/office/drawing/2014/main" id="{7451B673-9204-C880-D88F-DEA8F1B94C87}"/>
              </a:ext>
            </a:extLst>
          </p:cNvPr>
          <p:cNvSpPr/>
          <p:nvPr/>
        </p:nvSpPr>
        <p:spPr>
          <a:xfrm>
            <a:off x="611342" y="3777788"/>
            <a:ext cx="786384" cy="82296"/>
          </a:xfrm>
          <a:prstGeom prst="roundRect">
            <a:avLst>
              <a:gd name="adj" fmla="val 33333"/>
            </a:avLst>
          </a:prstGeom>
          <a:solidFill>
            <a:srgbClr val="DCE7F1"/>
          </a:solidFill>
          <a:ln w="12700">
            <a:solidFill>
              <a:srgbClr val="DCE7F1"/>
            </a:solidFill>
            <a:prstDash val="solid"/>
          </a:ln>
        </p:spPr>
        <p:txBody>
          <a:bodyPr/>
          <a:lstStyle/>
          <a:p>
            <a:endParaRPr lang="en-US"/>
          </a:p>
        </p:txBody>
      </p:sp>
      <p:sp>
        <p:nvSpPr>
          <p:cNvPr id="701" name="Shape 49">
            <a:extLst>
              <a:ext uri="{FF2B5EF4-FFF2-40B4-BE49-F238E27FC236}">
                <a16:creationId xmlns:a16="http://schemas.microsoft.com/office/drawing/2014/main" id="{18CC36FB-13D8-BE1D-9FB8-36D501F0238C}"/>
              </a:ext>
            </a:extLst>
          </p:cNvPr>
          <p:cNvSpPr/>
          <p:nvPr/>
        </p:nvSpPr>
        <p:spPr>
          <a:xfrm>
            <a:off x="611342" y="3905804"/>
            <a:ext cx="786384" cy="82296"/>
          </a:xfrm>
          <a:prstGeom prst="roundRect">
            <a:avLst>
              <a:gd name="adj" fmla="val 33333"/>
            </a:avLst>
          </a:prstGeom>
          <a:solidFill>
            <a:srgbClr val="DCE7F1"/>
          </a:solidFill>
          <a:ln w="12700">
            <a:solidFill>
              <a:srgbClr val="DCE7F1"/>
            </a:solidFill>
            <a:prstDash val="solid"/>
          </a:ln>
        </p:spPr>
        <p:txBody>
          <a:bodyPr/>
          <a:lstStyle/>
          <a:p>
            <a:endParaRPr lang="en-US"/>
          </a:p>
        </p:txBody>
      </p:sp>
      <p:sp>
        <p:nvSpPr>
          <p:cNvPr id="702" name="Shape 50">
            <a:extLst>
              <a:ext uri="{FF2B5EF4-FFF2-40B4-BE49-F238E27FC236}">
                <a16:creationId xmlns:a16="http://schemas.microsoft.com/office/drawing/2014/main" id="{BAD070F8-4033-3C90-F080-AAFAB83EC749}"/>
              </a:ext>
            </a:extLst>
          </p:cNvPr>
          <p:cNvSpPr/>
          <p:nvPr/>
        </p:nvSpPr>
        <p:spPr>
          <a:xfrm>
            <a:off x="611342" y="4033820"/>
            <a:ext cx="786384" cy="82296"/>
          </a:xfrm>
          <a:prstGeom prst="roundRect">
            <a:avLst>
              <a:gd name="adj" fmla="val 33333"/>
            </a:avLst>
          </a:prstGeom>
          <a:solidFill>
            <a:srgbClr val="DCE7F1"/>
          </a:solidFill>
          <a:ln w="12700">
            <a:solidFill>
              <a:srgbClr val="DCE7F1"/>
            </a:solidFill>
            <a:prstDash val="solid"/>
          </a:ln>
        </p:spPr>
        <p:txBody>
          <a:bodyPr/>
          <a:lstStyle/>
          <a:p>
            <a:endParaRPr lang="en-US"/>
          </a:p>
        </p:txBody>
      </p:sp>
      <p:sp>
        <p:nvSpPr>
          <p:cNvPr id="703" name="Shape 51">
            <a:extLst>
              <a:ext uri="{FF2B5EF4-FFF2-40B4-BE49-F238E27FC236}">
                <a16:creationId xmlns:a16="http://schemas.microsoft.com/office/drawing/2014/main" id="{50D15B71-65EC-6F4D-7431-EEDE11EB612E}"/>
              </a:ext>
            </a:extLst>
          </p:cNvPr>
          <p:cNvSpPr/>
          <p:nvPr/>
        </p:nvSpPr>
        <p:spPr>
          <a:xfrm>
            <a:off x="611342" y="4161836"/>
            <a:ext cx="786384" cy="82296"/>
          </a:xfrm>
          <a:prstGeom prst="roundRect">
            <a:avLst>
              <a:gd name="adj" fmla="val 33333"/>
            </a:avLst>
          </a:prstGeom>
          <a:solidFill>
            <a:srgbClr val="F4EBD7"/>
          </a:solidFill>
          <a:ln w="12700">
            <a:solidFill>
              <a:srgbClr val="F4EBD7"/>
            </a:solidFill>
            <a:prstDash val="solid"/>
          </a:ln>
        </p:spPr>
        <p:txBody>
          <a:bodyPr/>
          <a:lstStyle/>
          <a:p>
            <a:endParaRPr lang="en-US"/>
          </a:p>
        </p:txBody>
      </p:sp>
      <p:sp>
        <p:nvSpPr>
          <p:cNvPr id="704" name="Text 52">
            <a:extLst>
              <a:ext uri="{FF2B5EF4-FFF2-40B4-BE49-F238E27FC236}">
                <a16:creationId xmlns:a16="http://schemas.microsoft.com/office/drawing/2014/main" id="{D6D4048F-95F3-901A-ADEE-FE25061E1DB4}"/>
              </a:ext>
            </a:extLst>
          </p:cNvPr>
          <p:cNvSpPr/>
          <p:nvPr/>
        </p:nvSpPr>
        <p:spPr>
          <a:xfrm>
            <a:off x="327878" y="4734884"/>
            <a:ext cx="1335024" cy="164592"/>
          </a:xfrm>
          <a:prstGeom prst="rect">
            <a:avLst/>
          </a:prstGeom>
          <a:noFill/>
          <a:ln/>
        </p:spPr>
        <p:txBody>
          <a:bodyPr wrap="square" lIns="0" tIns="0" rIns="0" bIns="0" rtlCol="0" anchor="ctr"/>
          <a:lstStyle/>
          <a:p>
            <a:pPr marL="0" indent="0" algn="ctr">
              <a:buNone/>
            </a:pPr>
            <a:r>
              <a:rPr lang="en-US" sz="950" b="1">
                <a:solidFill>
                  <a:srgbClr val="213547"/>
                </a:solidFill>
                <a:latin typeface="Aptos" pitchFamily="34" charset="0"/>
                <a:ea typeface="Aptos" pitchFamily="34" charset="-122"/>
                <a:cs typeface="Aptos" pitchFamily="34" charset="-120"/>
              </a:rPr>
              <a:t>Filter</a:t>
            </a:r>
            <a:endParaRPr lang="en-US" sz="950"/>
          </a:p>
        </p:txBody>
      </p:sp>
      <p:sp>
        <p:nvSpPr>
          <p:cNvPr id="705" name="Text 53">
            <a:extLst>
              <a:ext uri="{FF2B5EF4-FFF2-40B4-BE49-F238E27FC236}">
                <a16:creationId xmlns:a16="http://schemas.microsoft.com/office/drawing/2014/main" id="{7B6F5379-B71F-DD1D-4CEC-F27306E1362D}"/>
              </a:ext>
            </a:extLst>
          </p:cNvPr>
          <p:cNvSpPr/>
          <p:nvPr/>
        </p:nvSpPr>
        <p:spPr>
          <a:xfrm>
            <a:off x="245582" y="4856780"/>
            <a:ext cx="1517904" cy="384048"/>
          </a:xfrm>
          <a:prstGeom prst="rect">
            <a:avLst/>
          </a:prstGeom>
          <a:noFill/>
          <a:ln/>
        </p:spPr>
        <p:txBody>
          <a:bodyPr wrap="square" lIns="0" tIns="0" rIns="0" bIns="0" rtlCol="0" anchor="ctr"/>
          <a:lstStyle/>
          <a:p>
            <a:pPr marL="0" indent="0" algn="ctr">
              <a:buNone/>
            </a:pPr>
            <a:r>
              <a:rPr lang="en-US" sz="800">
                <a:solidFill>
                  <a:srgbClr val="5F6B7A"/>
                </a:solidFill>
                <a:latin typeface="Aptos" pitchFamily="34" charset="0"/>
                <a:ea typeface="Aptos" pitchFamily="34" charset="-122"/>
                <a:cs typeface="Aptos" pitchFamily="34" charset="-120"/>
              </a:rPr>
              <a:t>Keep rows meeting the minimum tested-student threshold</a:t>
            </a:r>
            <a:endParaRPr lang="en-US" sz="800"/>
          </a:p>
        </p:txBody>
      </p:sp>
      <p:sp>
        <p:nvSpPr>
          <p:cNvPr id="706" name="Shape 54">
            <a:extLst>
              <a:ext uri="{FF2B5EF4-FFF2-40B4-BE49-F238E27FC236}">
                <a16:creationId xmlns:a16="http://schemas.microsoft.com/office/drawing/2014/main" id="{379C3298-A5CE-B125-CF70-99C55EA13D69}"/>
              </a:ext>
            </a:extLst>
          </p:cNvPr>
          <p:cNvSpPr/>
          <p:nvPr/>
        </p:nvSpPr>
        <p:spPr>
          <a:xfrm>
            <a:off x="1004534" y="4487086"/>
            <a:ext cx="0" cy="205102"/>
          </a:xfrm>
          <a:prstGeom prst="line">
            <a:avLst/>
          </a:prstGeom>
          <a:noFill/>
          <a:ln w="12700">
            <a:solidFill>
              <a:srgbClr val="9AA9B8"/>
            </a:solidFill>
            <a:prstDash val="solid"/>
            <a:tailEnd type="triangle"/>
          </a:ln>
        </p:spPr>
        <p:txBody>
          <a:bodyPr/>
          <a:lstStyle/>
          <a:p>
            <a:endParaRPr lang="en-US"/>
          </a:p>
        </p:txBody>
      </p:sp>
      <p:sp>
        <p:nvSpPr>
          <p:cNvPr id="707" name="Shape 55">
            <a:extLst>
              <a:ext uri="{FF2B5EF4-FFF2-40B4-BE49-F238E27FC236}">
                <a16:creationId xmlns:a16="http://schemas.microsoft.com/office/drawing/2014/main" id="{C5C5F8C5-BE53-5491-2927-9C66DFD2C355}"/>
              </a:ext>
            </a:extLst>
          </p:cNvPr>
          <p:cNvSpPr/>
          <p:nvPr/>
        </p:nvSpPr>
        <p:spPr>
          <a:xfrm>
            <a:off x="693638" y="5240828"/>
            <a:ext cx="603504" cy="109728"/>
          </a:xfrm>
          <a:prstGeom prst="roundRect">
            <a:avLst>
              <a:gd name="adj" fmla="val 25000"/>
            </a:avLst>
          </a:prstGeom>
          <a:solidFill>
            <a:srgbClr val="D9E6F2"/>
          </a:solidFill>
          <a:ln w="12700">
            <a:solidFill>
              <a:srgbClr val="D9E6F2"/>
            </a:solidFill>
            <a:prstDash val="solid"/>
          </a:ln>
        </p:spPr>
        <p:txBody>
          <a:bodyPr/>
          <a:lstStyle/>
          <a:p>
            <a:endParaRPr lang="en-US"/>
          </a:p>
        </p:txBody>
      </p:sp>
      <p:sp>
        <p:nvSpPr>
          <p:cNvPr id="708" name="Shape 56">
            <a:extLst>
              <a:ext uri="{FF2B5EF4-FFF2-40B4-BE49-F238E27FC236}">
                <a16:creationId xmlns:a16="http://schemas.microsoft.com/office/drawing/2014/main" id="{18A63C0A-8D61-A5C2-82B2-BFC67D2C7F78}"/>
              </a:ext>
            </a:extLst>
          </p:cNvPr>
          <p:cNvSpPr/>
          <p:nvPr/>
        </p:nvSpPr>
        <p:spPr>
          <a:xfrm>
            <a:off x="693638" y="5405420"/>
            <a:ext cx="603504" cy="109728"/>
          </a:xfrm>
          <a:prstGeom prst="roundRect">
            <a:avLst>
              <a:gd name="adj" fmla="val 25000"/>
            </a:avLst>
          </a:prstGeom>
          <a:solidFill>
            <a:srgbClr val="D9E6F2"/>
          </a:solidFill>
          <a:ln w="12700">
            <a:solidFill>
              <a:srgbClr val="D9E6F2"/>
            </a:solidFill>
            <a:prstDash val="solid"/>
          </a:ln>
        </p:spPr>
        <p:txBody>
          <a:bodyPr/>
          <a:lstStyle/>
          <a:p>
            <a:endParaRPr lang="en-US"/>
          </a:p>
        </p:txBody>
      </p:sp>
      <p:sp>
        <p:nvSpPr>
          <p:cNvPr id="709" name="Shape 57">
            <a:extLst>
              <a:ext uri="{FF2B5EF4-FFF2-40B4-BE49-F238E27FC236}">
                <a16:creationId xmlns:a16="http://schemas.microsoft.com/office/drawing/2014/main" id="{D461BAF3-AFD2-75EC-EECA-9D3476AF3CD2}"/>
              </a:ext>
            </a:extLst>
          </p:cNvPr>
          <p:cNvSpPr/>
          <p:nvPr/>
        </p:nvSpPr>
        <p:spPr>
          <a:xfrm>
            <a:off x="693638" y="5570012"/>
            <a:ext cx="603504" cy="109728"/>
          </a:xfrm>
          <a:prstGeom prst="roundRect">
            <a:avLst>
              <a:gd name="adj" fmla="val 25000"/>
            </a:avLst>
          </a:prstGeom>
          <a:solidFill>
            <a:srgbClr val="D9E6F2"/>
          </a:solidFill>
          <a:ln w="12700">
            <a:solidFill>
              <a:srgbClr val="D9E6F2"/>
            </a:solidFill>
            <a:prstDash val="solid"/>
          </a:ln>
        </p:spPr>
        <p:txBody>
          <a:bodyPr/>
          <a:lstStyle/>
          <a:p>
            <a:endParaRPr lang="en-US"/>
          </a:p>
        </p:txBody>
      </p:sp>
      <p:sp>
        <p:nvSpPr>
          <p:cNvPr id="710" name="Shape 58">
            <a:extLst>
              <a:ext uri="{FF2B5EF4-FFF2-40B4-BE49-F238E27FC236}">
                <a16:creationId xmlns:a16="http://schemas.microsoft.com/office/drawing/2014/main" id="{6064E333-F738-D3D1-5BD6-67934403F634}"/>
              </a:ext>
            </a:extLst>
          </p:cNvPr>
          <p:cNvSpPr/>
          <p:nvPr/>
        </p:nvSpPr>
        <p:spPr>
          <a:xfrm>
            <a:off x="2169742" y="2956143"/>
            <a:ext cx="1055043" cy="905247"/>
          </a:xfrm>
          <a:prstGeom prst="roundRect">
            <a:avLst>
              <a:gd name="adj" fmla="val 4348"/>
            </a:avLst>
          </a:prstGeom>
          <a:solidFill>
            <a:srgbClr val="F8FAFC"/>
          </a:solidFill>
          <a:ln w="12700">
            <a:solidFill>
              <a:srgbClr val="D7DEE7"/>
            </a:solidFill>
            <a:prstDash val="solid"/>
          </a:ln>
        </p:spPr>
        <p:txBody>
          <a:bodyPr/>
          <a:lstStyle/>
          <a:p>
            <a:endParaRPr lang="en-US"/>
          </a:p>
        </p:txBody>
      </p:sp>
      <p:sp>
        <p:nvSpPr>
          <p:cNvPr id="711" name="Shape 59">
            <a:extLst>
              <a:ext uri="{FF2B5EF4-FFF2-40B4-BE49-F238E27FC236}">
                <a16:creationId xmlns:a16="http://schemas.microsoft.com/office/drawing/2014/main" id="{707A2D3D-F2F9-512E-FCB0-FB444C8C6A8C}"/>
              </a:ext>
            </a:extLst>
          </p:cNvPr>
          <p:cNvSpPr/>
          <p:nvPr/>
        </p:nvSpPr>
        <p:spPr>
          <a:xfrm>
            <a:off x="2268584" y="3084150"/>
            <a:ext cx="146304" cy="100584"/>
          </a:xfrm>
          <a:prstGeom prst="rect">
            <a:avLst/>
          </a:prstGeom>
          <a:solidFill>
            <a:srgbClr val="DCE7F1"/>
          </a:solidFill>
          <a:ln w="12700">
            <a:solidFill>
              <a:srgbClr val="FFFFFF"/>
            </a:solidFill>
            <a:prstDash val="solid"/>
          </a:ln>
        </p:spPr>
        <p:txBody>
          <a:bodyPr/>
          <a:lstStyle/>
          <a:p>
            <a:endParaRPr lang="en-US"/>
          </a:p>
        </p:txBody>
      </p:sp>
      <p:sp>
        <p:nvSpPr>
          <p:cNvPr id="712" name="Shape 60">
            <a:extLst>
              <a:ext uri="{FF2B5EF4-FFF2-40B4-BE49-F238E27FC236}">
                <a16:creationId xmlns:a16="http://schemas.microsoft.com/office/drawing/2014/main" id="{A979D3A1-4548-CC0F-BDB2-32FA49767280}"/>
              </a:ext>
            </a:extLst>
          </p:cNvPr>
          <p:cNvSpPr/>
          <p:nvPr/>
        </p:nvSpPr>
        <p:spPr>
          <a:xfrm>
            <a:off x="2268584" y="3267030"/>
            <a:ext cx="146304" cy="100584"/>
          </a:xfrm>
          <a:prstGeom prst="rect">
            <a:avLst/>
          </a:prstGeom>
          <a:solidFill>
            <a:srgbClr val="DCE7F1"/>
          </a:solidFill>
          <a:ln w="12700">
            <a:solidFill>
              <a:srgbClr val="FFFFFF"/>
            </a:solidFill>
            <a:prstDash val="solid"/>
          </a:ln>
        </p:spPr>
        <p:txBody>
          <a:bodyPr/>
          <a:lstStyle/>
          <a:p>
            <a:endParaRPr lang="en-US"/>
          </a:p>
        </p:txBody>
      </p:sp>
      <p:sp>
        <p:nvSpPr>
          <p:cNvPr id="713" name="Shape 61">
            <a:extLst>
              <a:ext uri="{FF2B5EF4-FFF2-40B4-BE49-F238E27FC236}">
                <a16:creationId xmlns:a16="http://schemas.microsoft.com/office/drawing/2014/main" id="{FDE58291-F1F2-EFF3-676F-C252691B5705}"/>
              </a:ext>
            </a:extLst>
          </p:cNvPr>
          <p:cNvSpPr/>
          <p:nvPr/>
        </p:nvSpPr>
        <p:spPr>
          <a:xfrm>
            <a:off x="2268584" y="3449910"/>
            <a:ext cx="146304" cy="100584"/>
          </a:xfrm>
          <a:prstGeom prst="rect">
            <a:avLst/>
          </a:prstGeom>
          <a:solidFill>
            <a:srgbClr val="DCE7F1"/>
          </a:solidFill>
          <a:ln w="12700">
            <a:solidFill>
              <a:srgbClr val="FFFFFF"/>
            </a:solidFill>
            <a:prstDash val="solid"/>
          </a:ln>
        </p:spPr>
        <p:txBody>
          <a:bodyPr/>
          <a:lstStyle/>
          <a:p>
            <a:endParaRPr lang="en-US"/>
          </a:p>
        </p:txBody>
      </p:sp>
      <p:sp>
        <p:nvSpPr>
          <p:cNvPr id="714" name="Shape 62">
            <a:extLst>
              <a:ext uri="{FF2B5EF4-FFF2-40B4-BE49-F238E27FC236}">
                <a16:creationId xmlns:a16="http://schemas.microsoft.com/office/drawing/2014/main" id="{49994E25-07E4-8D4A-11A1-A0455FE2ABEF}"/>
              </a:ext>
            </a:extLst>
          </p:cNvPr>
          <p:cNvSpPr/>
          <p:nvPr/>
        </p:nvSpPr>
        <p:spPr>
          <a:xfrm>
            <a:off x="2268584" y="3632790"/>
            <a:ext cx="146304" cy="100584"/>
          </a:xfrm>
          <a:prstGeom prst="rect">
            <a:avLst/>
          </a:prstGeom>
          <a:solidFill>
            <a:srgbClr val="DCE7F1"/>
          </a:solidFill>
          <a:ln w="12700">
            <a:solidFill>
              <a:srgbClr val="FFFFFF"/>
            </a:solidFill>
            <a:prstDash val="solid"/>
          </a:ln>
        </p:spPr>
        <p:txBody>
          <a:bodyPr/>
          <a:lstStyle/>
          <a:p>
            <a:endParaRPr lang="en-US"/>
          </a:p>
        </p:txBody>
      </p:sp>
      <p:sp>
        <p:nvSpPr>
          <p:cNvPr id="715" name="Shape 63">
            <a:extLst>
              <a:ext uri="{FF2B5EF4-FFF2-40B4-BE49-F238E27FC236}">
                <a16:creationId xmlns:a16="http://schemas.microsoft.com/office/drawing/2014/main" id="{A130FBAC-158C-3706-EB8E-556FF575DED5}"/>
              </a:ext>
            </a:extLst>
          </p:cNvPr>
          <p:cNvSpPr/>
          <p:nvPr/>
        </p:nvSpPr>
        <p:spPr>
          <a:xfrm>
            <a:off x="2506328" y="3084150"/>
            <a:ext cx="146304" cy="100584"/>
          </a:xfrm>
          <a:prstGeom prst="rect">
            <a:avLst/>
          </a:prstGeom>
          <a:solidFill>
            <a:srgbClr val="DCE7F1"/>
          </a:solidFill>
          <a:ln w="12700">
            <a:solidFill>
              <a:srgbClr val="FFFFFF"/>
            </a:solidFill>
            <a:prstDash val="solid"/>
          </a:ln>
        </p:spPr>
        <p:txBody>
          <a:bodyPr/>
          <a:lstStyle/>
          <a:p>
            <a:endParaRPr lang="en-US"/>
          </a:p>
        </p:txBody>
      </p:sp>
      <p:sp>
        <p:nvSpPr>
          <p:cNvPr id="716" name="Shape 64">
            <a:extLst>
              <a:ext uri="{FF2B5EF4-FFF2-40B4-BE49-F238E27FC236}">
                <a16:creationId xmlns:a16="http://schemas.microsoft.com/office/drawing/2014/main" id="{CAA5994F-8EC2-DB13-FBE1-A1845CF79DF5}"/>
              </a:ext>
            </a:extLst>
          </p:cNvPr>
          <p:cNvSpPr/>
          <p:nvPr/>
        </p:nvSpPr>
        <p:spPr>
          <a:xfrm>
            <a:off x="2506328" y="3267030"/>
            <a:ext cx="146304" cy="100584"/>
          </a:xfrm>
          <a:prstGeom prst="rect">
            <a:avLst/>
          </a:prstGeom>
          <a:solidFill>
            <a:srgbClr val="EFF3F7"/>
          </a:solidFill>
          <a:ln w="12700">
            <a:solidFill>
              <a:srgbClr val="FFFFFF"/>
            </a:solidFill>
            <a:prstDash val="solid"/>
          </a:ln>
        </p:spPr>
        <p:txBody>
          <a:bodyPr/>
          <a:lstStyle/>
          <a:p>
            <a:endParaRPr lang="en-US"/>
          </a:p>
        </p:txBody>
      </p:sp>
      <p:sp>
        <p:nvSpPr>
          <p:cNvPr id="717" name="Shape 65">
            <a:extLst>
              <a:ext uri="{FF2B5EF4-FFF2-40B4-BE49-F238E27FC236}">
                <a16:creationId xmlns:a16="http://schemas.microsoft.com/office/drawing/2014/main" id="{C8A729BF-7C82-0DDC-6818-2FC156671605}"/>
              </a:ext>
            </a:extLst>
          </p:cNvPr>
          <p:cNvSpPr/>
          <p:nvPr/>
        </p:nvSpPr>
        <p:spPr>
          <a:xfrm>
            <a:off x="2506328" y="3449910"/>
            <a:ext cx="146304" cy="100584"/>
          </a:xfrm>
          <a:prstGeom prst="rect">
            <a:avLst/>
          </a:prstGeom>
          <a:solidFill>
            <a:srgbClr val="EFF3F7"/>
          </a:solidFill>
          <a:ln w="12700">
            <a:solidFill>
              <a:srgbClr val="FFFFFF"/>
            </a:solidFill>
            <a:prstDash val="solid"/>
          </a:ln>
        </p:spPr>
        <p:txBody>
          <a:bodyPr/>
          <a:lstStyle/>
          <a:p>
            <a:endParaRPr lang="en-US"/>
          </a:p>
        </p:txBody>
      </p:sp>
      <p:sp>
        <p:nvSpPr>
          <p:cNvPr id="718" name="Shape 66">
            <a:extLst>
              <a:ext uri="{FF2B5EF4-FFF2-40B4-BE49-F238E27FC236}">
                <a16:creationId xmlns:a16="http://schemas.microsoft.com/office/drawing/2014/main" id="{A698C0CC-D265-D0BA-24E5-1A757F551789}"/>
              </a:ext>
            </a:extLst>
          </p:cNvPr>
          <p:cNvSpPr/>
          <p:nvPr/>
        </p:nvSpPr>
        <p:spPr>
          <a:xfrm>
            <a:off x="2506328" y="3632790"/>
            <a:ext cx="146304" cy="100584"/>
          </a:xfrm>
          <a:prstGeom prst="rect">
            <a:avLst/>
          </a:prstGeom>
          <a:solidFill>
            <a:srgbClr val="EFF3F7"/>
          </a:solidFill>
          <a:ln w="12700">
            <a:solidFill>
              <a:srgbClr val="FFFFFF"/>
            </a:solidFill>
            <a:prstDash val="solid"/>
          </a:ln>
        </p:spPr>
        <p:txBody>
          <a:bodyPr/>
          <a:lstStyle/>
          <a:p>
            <a:endParaRPr lang="en-US"/>
          </a:p>
        </p:txBody>
      </p:sp>
      <p:sp>
        <p:nvSpPr>
          <p:cNvPr id="719" name="Shape 67">
            <a:extLst>
              <a:ext uri="{FF2B5EF4-FFF2-40B4-BE49-F238E27FC236}">
                <a16:creationId xmlns:a16="http://schemas.microsoft.com/office/drawing/2014/main" id="{6D7D64B5-9D3B-E6A5-E805-4E0C56E4D2A9}"/>
              </a:ext>
            </a:extLst>
          </p:cNvPr>
          <p:cNvSpPr/>
          <p:nvPr/>
        </p:nvSpPr>
        <p:spPr>
          <a:xfrm>
            <a:off x="2744072" y="3084150"/>
            <a:ext cx="146304" cy="100584"/>
          </a:xfrm>
          <a:prstGeom prst="rect">
            <a:avLst/>
          </a:prstGeom>
          <a:solidFill>
            <a:srgbClr val="DCE7F1"/>
          </a:solidFill>
          <a:ln w="12700">
            <a:solidFill>
              <a:srgbClr val="FFFFFF"/>
            </a:solidFill>
            <a:prstDash val="solid"/>
          </a:ln>
        </p:spPr>
        <p:txBody>
          <a:bodyPr/>
          <a:lstStyle/>
          <a:p>
            <a:endParaRPr lang="en-US"/>
          </a:p>
        </p:txBody>
      </p:sp>
      <p:sp>
        <p:nvSpPr>
          <p:cNvPr id="720" name="Shape 68">
            <a:extLst>
              <a:ext uri="{FF2B5EF4-FFF2-40B4-BE49-F238E27FC236}">
                <a16:creationId xmlns:a16="http://schemas.microsoft.com/office/drawing/2014/main" id="{C9D763B0-AD82-438D-F523-BB9E4B4EDB90}"/>
              </a:ext>
            </a:extLst>
          </p:cNvPr>
          <p:cNvSpPr/>
          <p:nvPr/>
        </p:nvSpPr>
        <p:spPr>
          <a:xfrm>
            <a:off x="2744072" y="3267030"/>
            <a:ext cx="146304" cy="100584"/>
          </a:xfrm>
          <a:prstGeom prst="rect">
            <a:avLst/>
          </a:prstGeom>
          <a:solidFill>
            <a:srgbClr val="EFF3F7"/>
          </a:solidFill>
          <a:ln w="12700">
            <a:solidFill>
              <a:srgbClr val="FFFFFF"/>
            </a:solidFill>
            <a:prstDash val="solid"/>
          </a:ln>
        </p:spPr>
        <p:txBody>
          <a:bodyPr/>
          <a:lstStyle/>
          <a:p>
            <a:endParaRPr lang="en-US"/>
          </a:p>
        </p:txBody>
      </p:sp>
      <p:sp>
        <p:nvSpPr>
          <p:cNvPr id="721" name="Shape 69">
            <a:extLst>
              <a:ext uri="{FF2B5EF4-FFF2-40B4-BE49-F238E27FC236}">
                <a16:creationId xmlns:a16="http://schemas.microsoft.com/office/drawing/2014/main" id="{9756E1BF-210D-31F5-094D-98AEF0C16E0D}"/>
              </a:ext>
            </a:extLst>
          </p:cNvPr>
          <p:cNvSpPr/>
          <p:nvPr/>
        </p:nvSpPr>
        <p:spPr>
          <a:xfrm>
            <a:off x="2744072" y="3449910"/>
            <a:ext cx="146304" cy="100584"/>
          </a:xfrm>
          <a:prstGeom prst="rect">
            <a:avLst/>
          </a:prstGeom>
          <a:solidFill>
            <a:srgbClr val="EFF3F7"/>
          </a:solidFill>
          <a:ln w="12700">
            <a:solidFill>
              <a:srgbClr val="FFFFFF"/>
            </a:solidFill>
            <a:prstDash val="solid"/>
          </a:ln>
        </p:spPr>
        <p:txBody>
          <a:bodyPr/>
          <a:lstStyle/>
          <a:p>
            <a:endParaRPr lang="en-US"/>
          </a:p>
        </p:txBody>
      </p:sp>
      <p:sp>
        <p:nvSpPr>
          <p:cNvPr id="722" name="Shape 70">
            <a:extLst>
              <a:ext uri="{FF2B5EF4-FFF2-40B4-BE49-F238E27FC236}">
                <a16:creationId xmlns:a16="http://schemas.microsoft.com/office/drawing/2014/main" id="{5EB225A5-6201-9EC8-A170-E334B87C18DB}"/>
              </a:ext>
            </a:extLst>
          </p:cNvPr>
          <p:cNvSpPr/>
          <p:nvPr/>
        </p:nvSpPr>
        <p:spPr>
          <a:xfrm>
            <a:off x="2744072" y="3632790"/>
            <a:ext cx="146304" cy="100584"/>
          </a:xfrm>
          <a:prstGeom prst="rect">
            <a:avLst/>
          </a:prstGeom>
          <a:solidFill>
            <a:srgbClr val="EFF3F7"/>
          </a:solidFill>
          <a:ln w="12700">
            <a:solidFill>
              <a:srgbClr val="FFFFFF"/>
            </a:solidFill>
            <a:prstDash val="solid"/>
          </a:ln>
        </p:spPr>
        <p:txBody>
          <a:bodyPr/>
          <a:lstStyle/>
          <a:p>
            <a:endParaRPr lang="en-US"/>
          </a:p>
        </p:txBody>
      </p:sp>
      <p:sp>
        <p:nvSpPr>
          <p:cNvPr id="723" name="Shape 71">
            <a:extLst>
              <a:ext uri="{FF2B5EF4-FFF2-40B4-BE49-F238E27FC236}">
                <a16:creationId xmlns:a16="http://schemas.microsoft.com/office/drawing/2014/main" id="{40D11BE2-BE54-A161-8223-B622B4F05E81}"/>
              </a:ext>
            </a:extLst>
          </p:cNvPr>
          <p:cNvSpPr/>
          <p:nvPr/>
        </p:nvSpPr>
        <p:spPr>
          <a:xfrm>
            <a:off x="2981816" y="3084150"/>
            <a:ext cx="146304" cy="100584"/>
          </a:xfrm>
          <a:prstGeom prst="rect">
            <a:avLst/>
          </a:prstGeom>
          <a:solidFill>
            <a:srgbClr val="DCE7F1"/>
          </a:solidFill>
          <a:ln w="12700">
            <a:solidFill>
              <a:srgbClr val="FFFFFF"/>
            </a:solidFill>
            <a:prstDash val="solid"/>
          </a:ln>
        </p:spPr>
        <p:txBody>
          <a:bodyPr/>
          <a:lstStyle/>
          <a:p>
            <a:endParaRPr lang="en-US"/>
          </a:p>
        </p:txBody>
      </p:sp>
      <p:sp>
        <p:nvSpPr>
          <p:cNvPr id="724" name="Shape 72">
            <a:extLst>
              <a:ext uri="{FF2B5EF4-FFF2-40B4-BE49-F238E27FC236}">
                <a16:creationId xmlns:a16="http://schemas.microsoft.com/office/drawing/2014/main" id="{8D26AAB8-E055-FA55-FBC1-76CCDFDBB05D}"/>
              </a:ext>
            </a:extLst>
          </p:cNvPr>
          <p:cNvSpPr/>
          <p:nvPr/>
        </p:nvSpPr>
        <p:spPr>
          <a:xfrm>
            <a:off x="2981816" y="3267030"/>
            <a:ext cx="146304" cy="100584"/>
          </a:xfrm>
          <a:prstGeom prst="rect">
            <a:avLst/>
          </a:prstGeom>
          <a:solidFill>
            <a:srgbClr val="D6D2E8"/>
          </a:solidFill>
          <a:ln w="12700">
            <a:solidFill>
              <a:srgbClr val="FFFFFF"/>
            </a:solidFill>
            <a:prstDash val="solid"/>
          </a:ln>
        </p:spPr>
        <p:txBody>
          <a:bodyPr/>
          <a:lstStyle/>
          <a:p>
            <a:endParaRPr lang="en-US"/>
          </a:p>
        </p:txBody>
      </p:sp>
      <p:sp>
        <p:nvSpPr>
          <p:cNvPr id="725" name="Shape 73">
            <a:extLst>
              <a:ext uri="{FF2B5EF4-FFF2-40B4-BE49-F238E27FC236}">
                <a16:creationId xmlns:a16="http://schemas.microsoft.com/office/drawing/2014/main" id="{4AA4F6DD-7F79-C255-9A91-1571021AB390}"/>
              </a:ext>
            </a:extLst>
          </p:cNvPr>
          <p:cNvSpPr/>
          <p:nvPr/>
        </p:nvSpPr>
        <p:spPr>
          <a:xfrm>
            <a:off x="2981816" y="3449910"/>
            <a:ext cx="146304" cy="100584"/>
          </a:xfrm>
          <a:prstGeom prst="rect">
            <a:avLst/>
          </a:prstGeom>
          <a:solidFill>
            <a:srgbClr val="D6D2E8"/>
          </a:solidFill>
          <a:ln w="12700">
            <a:solidFill>
              <a:srgbClr val="FFFFFF"/>
            </a:solidFill>
            <a:prstDash val="solid"/>
          </a:ln>
        </p:spPr>
        <p:txBody>
          <a:bodyPr/>
          <a:lstStyle/>
          <a:p>
            <a:endParaRPr lang="en-US"/>
          </a:p>
        </p:txBody>
      </p:sp>
      <p:sp>
        <p:nvSpPr>
          <p:cNvPr id="726" name="Shape 74">
            <a:extLst>
              <a:ext uri="{FF2B5EF4-FFF2-40B4-BE49-F238E27FC236}">
                <a16:creationId xmlns:a16="http://schemas.microsoft.com/office/drawing/2014/main" id="{28E9F7D8-048E-66C9-84C1-F2CF61CEA995}"/>
              </a:ext>
            </a:extLst>
          </p:cNvPr>
          <p:cNvSpPr/>
          <p:nvPr/>
        </p:nvSpPr>
        <p:spPr>
          <a:xfrm>
            <a:off x="2981816" y="3632790"/>
            <a:ext cx="146304" cy="100584"/>
          </a:xfrm>
          <a:prstGeom prst="rect">
            <a:avLst/>
          </a:prstGeom>
          <a:solidFill>
            <a:srgbClr val="D6D2E8"/>
          </a:solidFill>
          <a:ln w="12700">
            <a:solidFill>
              <a:srgbClr val="FFFFFF"/>
            </a:solidFill>
            <a:prstDash val="solid"/>
          </a:ln>
        </p:spPr>
        <p:txBody>
          <a:bodyPr/>
          <a:lstStyle/>
          <a:p>
            <a:endParaRPr lang="en-US"/>
          </a:p>
        </p:txBody>
      </p:sp>
      <p:sp>
        <p:nvSpPr>
          <p:cNvPr id="728" name="Text 76">
            <a:extLst>
              <a:ext uri="{FF2B5EF4-FFF2-40B4-BE49-F238E27FC236}">
                <a16:creationId xmlns:a16="http://schemas.microsoft.com/office/drawing/2014/main" id="{6BD9C33B-E99C-71DA-63B2-6E35EB5F0A2C}"/>
              </a:ext>
            </a:extLst>
          </p:cNvPr>
          <p:cNvSpPr/>
          <p:nvPr/>
        </p:nvSpPr>
        <p:spPr>
          <a:xfrm>
            <a:off x="1947455" y="3991588"/>
            <a:ext cx="1499616" cy="954449"/>
          </a:xfrm>
          <a:prstGeom prst="roundRect">
            <a:avLst/>
          </a:prstGeom>
          <a:solidFill>
            <a:srgbClr val="EFF3F7"/>
          </a:solidFill>
          <a:ln>
            <a:solidFill>
              <a:srgbClr val="EFF3F7"/>
            </a:solidFill>
          </a:ln>
        </p:spPr>
        <p:txBody>
          <a:bodyPr wrap="square" lIns="0" tIns="0" rIns="0" bIns="0" rtlCol="0" anchor="ctr"/>
          <a:lstStyle/>
          <a:p>
            <a:pPr algn="ctr"/>
            <a:r>
              <a:rPr lang="en-US" sz="850" b="1">
                <a:solidFill>
                  <a:srgbClr val="213547"/>
                </a:solidFill>
                <a:latin typeface="Aptos" pitchFamily="34" charset="0"/>
                <a:ea typeface="Aptos" pitchFamily="34" charset="-122"/>
                <a:cs typeface="Aptos" pitchFamily="34" charset="-120"/>
              </a:rPr>
              <a:t>School year</a:t>
            </a:r>
            <a:endParaRPr lang="en-US" sz="850"/>
          </a:p>
          <a:p>
            <a:pPr marL="0" indent="0" algn="ctr">
              <a:buNone/>
            </a:pPr>
            <a:r>
              <a:rPr lang="en-US" sz="850" b="1">
                <a:solidFill>
                  <a:srgbClr val="213547"/>
                </a:solidFill>
                <a:latin typeface="Aptos" pitchFamily="34" charset="0"/>
                <a:ea typeface="Aptos" pitchFamily="34" charset="-122"/>
                <a:cs typeface="Aptos" pitchFamily="34" charset="-120"/>
              </a:rPr>
              <a:t>+</a:t>
            </a:r>
          </a:p>
          <a:p>
            <a:pPr marL="0" indent="0" algn="ctr">
              <a:buNone/>
            </a:pPr>
            <a:r>
              <a:rPr lang="en-US" sz="850" b="1">
                <a:solidFill>
                  <a:srgbClr val="213547"/>
                </a:solidFill>
                <a:latin typeface="Aptos" pitchFamily="34" charset="0"/>
                <a:ea typeface="Aptos" pitchFamily="34" charset="-122"/>
                <a:cs typeface="Aptos" pitchFamily="34" charset="-120"/>
              </a:rPr>
              <a:t>selected comparison variables</a:t>
            </a:r>
          </a:p>
          <a:p>
            <a:pPr marL="0" indent="0" algn="ctr">
              <a:buNone/>
            </a:pPr>
            <a:r>
              <a:rPr lang="en-US" sz="850" b="1">
                <a:solidFill>
                  <a:srgbClr val="213547"/>
                </a:solidFill>
                <a:latin typeface="Aptos" pitchFamily="34" charset="0"/>
              </a:rPr>
              <a:t>+</a:t>
            </a:r>
          </a:p>
          <a:p>
            <a:pPr algn="ctr"/>
            <a:r>
              <a:rPr lang="en-US" sz="850" b="1">
                <a:solidFill>
                  <a:srgbClr val="213547"/>
                </a:solidFill>
                <a:latin typeface="Aptos" pitchFamily="34" charset="0"/>
                <a:ea typeface="Aptos" pitchFamily="34" charset="-122"/>
                <a:cs typeface="Aptos" pitchFamily="34" charset="-120"/>
              </a:rPr>
              <a:t>year-specific adjustments</a:t>
            </a:r>
            <a:endParaRPr lang="en-US" sz="850"/>
          </a:p>
        </p:txBody>
      </p:sp>
      <p:sp>
        <p:nvSpPr>
          <p:cNvPr id="729" name="Text 77">
            <a:extLst>
              <a:ext uri="{FF2B5EF4-FFF2-40B4-BE49-F238E27FC236}">
                <a16:creationId xmlns:a16="http://schemas.microsoft.com/office/drawing/2014/main" id="{F1F4B1D8-8B22-2658-5F88-4E8110EFE137}"/>
              </a:ext>
            </a:extLst>
          </p:cNvPr>
          <p:cNvSpPr/>
          <p:nvPr/>
        </p:nvSpPr>
        <p:spPr>
          <a:xfrm>
            <a:off x="2024309" y="4468813"/>
            <a:ext cx="1335024" cy="164592"/>
          </a:xfrm>
          <a:prstGeom prst="rect">
            <a:avLst/>
          </a:prstGeom>
          <a:noFill/>
          <a:ln/>
        </p:spPr>
        <p:txBody>
          <a:bodyPr wrap="square" lIns="0" tIns="0" rIns="0" bIns="0" rtlCol="0" anchor="ctr"/>
          <a:lstStyle/>
          <a:p>
            <a:pPr marL="0" indent="0" algn="ctr">
              <a:buNone/>
            </a:pPr>
            <a:endParaRPr lang="en-US" sz="850"/>
          </a:p>
        </p:txBody>
      </p:sp>
      <p:sp>
        <p:nvSpPr>
          <p:cNvPr id="730" name="Shape 78">
            <a:extLst>
              <a:ext uri="{FF2B5EF4-FFF2-40B4-BE49-F238E27FC236}">
                <a16:creationId xmlns:a16="http://schemas.microsoft.com/office/drawing/2014/main" id="{2E91DF48-899C-435C-CFB1-D975C5C045DC}"/>
              </a:ext>
            </a:extLst>
          </p:cNvPr>
          <p:cNvSpPr/>
          <p:nvPr/>
        </p:nvSpPr>
        <p:spPr>
          <a:xfrm>
            <a:off x="2200736" y="5440735"/>
            <a:ext cx="932688" cy="347472"/>
          </a:xfrm>
          <a:prstGeom prst="roundRect">
            <a:avLst>
              <a:gd name="adj" fmla="val 17857"/>
            </a:avLst>
          </a:prstGeom>
          <a:solidFill>
            <a:srgbClr val="DCE7F1"/>
          </a:solidFill>
          <a:ln w="12700">
            <a:solidFill>
              <a:srgbClr val="DCE7F1"/>
            </a:solidFill>
            <a:prstDash val="solid"/>
          </a:ln>
        </p:spPr>
        <p:txBody>
          <a:bodyPr/>
          <a:lstStyle/>
          <a:p>
            <a:endParaRPr lang="en-US"/>
          </a:p>
        </p:txBody>
      </p:sp>
      <p:sp>
        <p:nvSpPr>
          <p:cNvPr id="731" name="Text 79">
            <a:extLst>
              <a:ext uri="{FF2B5EF4-FFF2-40B4-BE49-F238E27FC236}">
                <a16:creationId xmlns:a16="http://schemas.microsoft.com/office/drawing/2014/main" id="{10DCF3F8-867B-DE64-E6F8-6CB2A3C40F13}"/>
              </a:ext>
            </a:extLst>
          </p:cNvPr>
          <p:cNvSpPr/>
          <p:nvPr/>
        </p:nvSpPr>
        <p:spPr>
          <a:xfrm>
            <a:off x="2200736" y="5491027"/>
            <a:ext cx="932688" cy="246888"/>
          </a:xfrm>
          <a:prstGeom prst="rect">
            <a:avLst/>
          </a:prstGeom>
          <a:noFill/>
          <a:ln/>
        </p:spPr>
        <p:txBody>
          <a:bodyPr wrap="square" lIns="0" tIns="0" rIns="0" bIns="0" rtlCol="0" anchor="ctr"/>
          <a:lstStyle/>
          <a:p>
            <a:pPr marL="0" indent="0" algn="ctr">
              <a:buNone/>
            </a:pPr>
            <a:r>
              <a:rPr lang="en-US" sz="820" b="1">
                <a:solidFill>
                  <a:srgbClr val="213547"/>
                </a:solidFill>
                <a:latin typeface="Aptos" pitchFamily="34" charset="0"/>
                <a:ea typeface="Aptos" pitchFamily="34" charset="-122"/>
                <a:cs typeface="Aptos" pitchFamily="34" charset="-120"/>
              </a:rPr>
              <a:t>Regularized regression model</a:t>
            </a:r>
            <a:endParaRPr lang="en-US" sz="820"/>
          </a:p>
        </p:txBody>
      </p:sp>
      <p:sp>
        <p:nvSpPr>
          <p:cNvPr id="732" name="Text 80">
            <a:extLst>
              <a:ext uri="{FF2B5EF4-FFF2-40B4-BE49-F238E27FC236}">
                <a16:creationId xmlns:a16="http://schemas.microsoft.com/office/drawing/2014/main" id="{91A7C541-C95E-282A-C0F7-C423A5C1FC9E}"/>
              </a:ext>
            </a:extLst>
          </p:cNvPr>
          <p:cNvSpPr/>
          <p:nvPr/>
        </p:nvSpPr>
        <p:spPr>
          <a:xfrm>
            <a:off x="3720302" y="2982260"/>
            <a:ext cx="1371600" cy="164592"/>
          </a:xfrm>
          <a:prstGeom prst="rect">
            <a:avLst/>
          </a:prstGeom>
          <a:noFill/>
          <a:ln/>
        </p:spPr>
        <p:txBody>
          <a:bodyPr wrap="square" lIns="0" tIns="0" rIns="0" bIns="0" rtlCol="0" anchor="ctr"/>
          <a:lstStyle/>
          <a:p>
            <a:pPr marL="0" indent="0" algn="ctr">
              <a:buNone/>
            </a:pPr>
            <a:r>
              <a:rPr lang="en-US" sz="960" b="1">
                <a:solidFill>
                  <a:srgbClr val="213547"/>
                </a:solidFill>
                <a:latin typeface="Aptos" pitchFamily="34" charset="0"/>
                <a:ea typeface="Aptos" pitchFamily="34" charset="-122"/>
                <a:cs typeface="Aptos" pitchFamily="34" charset="-120"/>
              </a:rPr>
              <a:t>Grouped folds by school</a:t>
            </a:r>
            <a:endParaRPr lang="en-US" sz="960"/>
          </a:p>
        </p:txBody>
      </p:sp>
      <p:sp>
        <p:nvSpPr>
          <p:cNvPr id="733" name="Text 81">
            <a:extLst>
              <a:ext uri="{FF2B5EF4-FFF2-40B4-BE49-F238E27FC236}">
                <a16:creationId xmlns:a16="http://schemas.microsoft.com/office/drawing/2014/main" id="{08FB0143-BF88-09AC-9AB2-0CCDBCF56259}"/>
              </a:ext>
            </a:extLst>
          </p:cNvPr>
          <p:cNvSpPr/>
          <p:nvPr/>
        </p:nvSpPr>
        <p:spPr>
          <a:xfrm>
            <a:off x="3647150" y="3183428"/>
            <a:ext cx="1517904" cy="347472"/>
          </a:xfrm>
          <a:prstGeom prst="rect">
            <a:avLst/>
          </a:prstGeom>
          <a:noFill/>
          <a:ln/>
        </p:spPr>
        <p:txBody>
          <a:bodyPr wrap="square" lIns="0" tIns="0" rIns="0" bIns="0" rtlCol="0" anchor="ctr"/>
          <a:lstStyle/>
          <a:p>
            <a:pPr marL="0" indent="0" algn="ctr">
              <a:buNone/>
            </a:pPr>
            <a:r>
              <a:rPr lang="en-US" sz="800">
                <a:solidFill>
                  <a:srgbClr val="5F6B7A"/>
                </a:solidFill>
                <a:latin typeface="Aptos" pitchFamily="34" charset="0"/>
                <a:ea typeface="Aptos" pitchFamily="34" charset="-122"/>
                <a:cs typeface="Aptos" pitchFamily="34" charset="-120"/>
              </a:rPr>
              <a:t>All rows from the same school stay in the same fold</a:t>
            </a:r>
            <a:endParaRPr lang="en-US" sz="800"/>
          </a:p>
        </p:txBody>
      </p:sp>
      <p:sp>
        <p:nvSpPr>
          <p:cNvPr id="734" name="Text 82">
            <a:extLst>
              <a:ext uri="{FF2B5EF4-FFF2-40B4-BE49-F238E27FC236}">
                <a16:creationId xmlns:a16="http://schemas.microsoft.com/office/drawing/2014/main" id="{06D034F3-1A8E-0426-76D7-3FFE54836D1C}"/>
              </a:ext>
            </a:extLst>
          </p:cNvPr>
          <p:cNvSpPr/>
          <p:nvPr/>
        </p:nvSpPr>
        <p:spPr>
          <a:xfrm>
            <a:off x="3773424" y="3622340"/>
            <a:ext cx="493776" cy="109728"/>
          </a:xfrm>
          <a:prstGeom prst="rect">
            <a:avLst/>
          </a:prstGeom>
          <a:noFill/>
          <a:ln/>
        </p:spPr>
        <p:txBody>
          <a:bodyPr wrap="square" lIns="0" tIns="0" rIns="0" bIns="0" rtlCol="0" anchor="ctr"/>
          <a:lstStyle/>
          <a:p>
            <a:pPr marL="0" indent="0">
              <a:buNone/>
            </a:pPr>
            <a:r>
              <a:rPr lang="en-US" sz="750">
                <a:solidFill>
                  <a:srgbClr val="5F6B7A"/>
                </a:solidFill>
                <a:latin typeface="Aptos" pitchFamily="34" charset="0"/>
                <a:ea typeface="Aptos" pitchFamily="34" charset="-122"/>
                <a:cs typeface="Aptos" pitchFamily="34" charset="-120"/>
              </a:rPr>
              <a:t>School A</a:t>
            </a:r>
            <a:endParaRPr lang="en-US" sz="750"/>
          </a:p>
        </p:txBody>
      </p:sp>
      <p:sp>
        <p:nvSpPr>
          <p:cNvPr id="735" name="Shape 83">
            <a:extLst>
              <a:ext uri="{FF2B5EF4-FFF2-40B4-BE49-F238E27FC236}">
                <a16:creationId xmlns:a16="http://schemas.microsoft.com/office/drawing/2014/main" id="{265D1444-C5C7-866B-73C3-7FABB22392C1}"/>
              </a:ext>
            </a:extLst>
          </p:cNvPr>
          <p:cNvSpPr/>
          <p:nvPr/>
        </p:nvSpPr>
        <p:spPr>
          <a:xfrm>
            <a:off x="3756878" y="3773854"/>
            <a:ext cx="347472" cy="91440"/>
          </a:xfrm>
          <a:prstGeom prst="roundRect">
            <a:avLst>
              <a:gd name="adj" fmla="val 30000"/>
            </a:avLst>
          </a:prstGeom>
          <a:solidFill>
            <a:srgbClr val="A7BFD6"/>
          </a:solidFill>
          <a:ln w="12700">
            <a:solidFill>
              <a:srgbClr val="A7BFD6"/>
            </a:solidFill>
            <a:prstDash val="solid"/>
          </a:ln>
        </p:spPr>
        <p:txBody>
          <a:bodyPr/>
          <a:lstStyle/>
          <a:p>
            <a:endParaRPr lang="en-US"/>
          </a:p>
        </p:txBody>
      </p:sp>
      <p:sp>
        <p:nvSpPr>
          <p:cNvPr id="736" name="Shape 84">
            <a:extLst>
              <a:ext uri="{FF2B5EF4-FFF2-40B4-BE49-F238E27FC236}">
                <a16:creationId xmlns:a16="http://schemas.microsoft.com/office/drawing/2014/main" id="{C9914238-1EFA-BAB3-B67B-BD9AC8CFF9A9}"/>
              </a:ext>
            </a:extLst>
          </p:cNvPr>
          <p:cNvSpPr/>
          <p:nvPr/>
        </p:nvSpPr>
        <p:spPr>
          <a:xfrm>
            <a:off x="3756878" y="3892726"/>
            <a:ext cx="347472" cy="91440"/>
          </a:xfrm>
          <a:prstGeom prst="roundRect">
            <a:avLst>
              <a:gd name="adj" fmla="val 30000"/>
            </a:avLst>
          </a:prstGeom>
          <a:solidFill>
            <a:srgbClr val="A7BFD6"/>
          </a:solidFill>
          <a:ln w="12700">
            <a:solidFill>
              <a:srgbClr val="A7BFD6"/>
            </a:solidFill>
            <a:prstDash val="solid"/>
          </a:ln>
        </p:spPr>
        <p:txBody>
          <a:bodyPr/>
          <a:lstStyle/>
          <a:p>
            <a:endParaRPr lang="en-US"/>
          </a:p>
        </p:txBody>
      </p:sp>
      <p:sp>
        <p:nvSpPr>
          <p:cNvPr id="737" name="Shape 85">
            <a:extLst>
              <a:ext uri="{FF2B5EF4-FFF2-40B4-BE49-F238E27FC236}">
                <a16:creationId xmlns:a16="http://schemas.microsoft.com/office/drawing/2014/main" id="{617F3E48-80B9-76ED-C152-C688991ED4BE}"/>
              </a:ext>
            </a:extLst>
          </p:cNvPr>
          <p:cNvSpPr/>
          <p:nvPr/>
        </p:nvSpPr>
        <p:spPr>
          <a:xfrm>
            <a:off x="3756878" y="4011598"/>
            <a:ext cx="347472" cy="91440"/>
          </a:xfrm>
          <a:prstGeom prst="roundRect">
            <a:avLst>
              <a:gd name="adj" fmla="val 30000"/>
            </a:avLst>
          </a:prstGeom>
          <a:solidFill>
            <a:srgbClr val="A7BFD6"/>
          </a:solidFill>
          <a:ln w="12700">
            <a:solidFill>
              <a:srgbClr val="A7BFD6"/>
            </a:solidFill>
            <a:prstDash val="solid"/>
          </a:ln>
        </p:spPr>
        <p:txBody>
          <a:bodyPr/>
          <a:lstStyle/>
          <a:p>
            <a:endParaRPr lang="en-US"/>
          </a:p>
        </p:txBody>
      </p:sp>
      <p:sp>
        <p:nvSpPr>
          <p:cNvPr id="738" name="Shape 86">
            <a:extLst>
              <a:ext uri="{FF2B5EF4-FFF2-40B4-BE49-F238E27FC236}">
                <a16:creationId xmlns:a16="http://schemas.microsoft.com/office/drawing/2014/main" id="{5045C54B-AE2E-7E09-E554-E6C568D79851}"/>
              </a:ext>
            </a:extLst>
          </p:cNvPr>
          <p:cNvSpPr/>
          <p:nvPr/>
        </p:nvSpPr>
        <p:spPr>
          <a:xfrm>
            <a:off x="4177502" y="3929302"/>
            <a:ext cx="310896" cy="0"/>
          </a:xfrm>
          <a:prstGeom prst="line">
            <a:avLst/>
          </a:prstGeom>
          <a:noFill/>
          <a:ln w="12700">
            <a:solidFill>
              <a:srgbClr val="9AA9B8"/>
            </a:solidFill>
            <a:prstDash val="solid"/>
            <a:tailEnd type="triangle"/>
          </a:ln>
        </p:spPr>
        <p:txBody>
          <a:bodyPr/>
          <a:lstStyle/>
          <a:p>
            <a:endParaRPr lang="en-US"/>
          </a:p>
        </p:txBody>
      </p:sp>
      <p:sp>
        <p:nvSpPr>
          <p:cNvPr id="739" name="Shape 87">
            <a:extLst>
              <a:ext uri="{FF2B5EF4-FFF2-40B4-BE49-F238E27FC236}">
                <a16:creationId xmlns:a16="http://schemas.microsoft.com/office/drawing/2014/main" id="{DD5BC3AC-E091-9F1F-1C89-F45170994333}"/>
              </a:ext>
            </a:extLst>
          </p:cNvPr>
          <p:cNvSpPr/>
          <p:nvPr/>
        </p:nvSpPr>
        <p:spPr>
          <a:xfrm>
            <a:off x="4543262" y="3818936"/>
            <a:ext cx="365760" cy="228600"/>
          </a:xfrm>
          <a:prstGeom prst="roundRect">
            <a:avLst>
              <a:gd name="adj" fmla="val 20000"/>
            </a:avLst>
          </a:prstGeom>
          <a:solidFill>
            <a:srgbClr val="A7BFD6"/>
          </a:solidFill>
          <a:ln w="12700">
            <a:solidFill>
              <a:srgbClr val="A7BFD6"/>
            </a:solidFill>
            <a:prstDash val="solid"/>
          </a:ln>
        </p:spPr>
        <p:txBody>
          <a:bodyPr/>
          <a:lstStyle/>
          <a:p>
            <a:endParaRPr lang="en-US"/>
          </a:p>
        </p:txBody>
      </p:sp>
      <p:sp>
        <p:nvSpPr>
          <p:cNvPr id="740" name="Text 88">
            <a:extLst>
              <a:ext uri="{FF2B5EF4-FFF2-40B4-BE49-F238E27FC236}">
                <a16:creationId xmlns:a16="http://schemas.microsoft.com/office/drawing/2014/main" id="{FE0A9774-4EEE-1125-1A15-CF79B1A23E33}"/>
              </a:ext>
            </a:extLst>
          </p:cNvPr>
          <p:cNvSpPr/>
          <p:nvPr/>
        </p:nvSpPr>
        <p:spPr>
          <a:xfrm>
            <a:off x="4543262" y="3815002"/>
            <a:ext cx="365760" cy="219456"/>
          </a:xfrm>
          <a:prstGeom prst="rect">
            <a:avLst/>
          </a:prstGeom>
          <a:noFill/>
          <a:ln/>
        </p:spPr>
        <p:txBody>
          <a:bodyPr wrap="square" lIns="0" tIns="0" rIns="0" bIns="0" rtlCol="0" anchor="ctr"/>
          <a:lstStyle/>
          <a:p>
            <a:pPr marL="0" indent="0" algn="ctr">
              <a:buNone/>
            </a:pPr>
            <a:r>
              <a:rPr lang="en-US" sz="820" b="1">
                <a:solidFill>
                  <a:srgbClr val="213547"/>
                </a:solidFill>
                <a:latin typeface="Aptos" pitchFamily="34" charset="0"/>
                <a:ea typeface="Aptos" pitchFamily="34" charset="-122"/>
                <a:cs typeface="Aptos" pitchFamily="34" charset="-120"/>
              </a:rPr>
              <a:t>F1</a:t>
            </a:r>
            <a:endParaRPr lang="en-US" sz="820"/>
          </a:p>
        </p:txBody>
      </p:sp>
      <p:sp>
        <p:nvSpPr>
          <p:cNvPr id="741" name="Text 89">
            <a:extLst>
              <a:ext uri="{FF2B5EF4-FFF2-40B4-BE49-F238E27FC236}">
                <a16:creationId xmlns:a16="http://schemas.microsoft.com/office/drawing/2014/main" id="{0B50ABCD-23CB-DDFC-DF63-65D21FD14598}"/>
              </a:ext>
            </a:extLst>
          </p:cNvPr>
          <p:cNvSpPr/>
          <p:nvPr/>
        </p:nvSpPr>
        <p:spPr>
          <a:xfrm>
            <a:off x="3773424" y="4170980"/>
            <a:ext cx="493776" cy="109728"/>
          </a:xfrm>
          <a:prstGeom prst="rect">
            <a:avLst/>
          </a:prstGeom>
          <a:noFill/>
          <a:ln/>
        </p:spPr>
        <p:txBody>
          <a:bodyPr wrap="square" lIns="0" tIns="0" rIns="0" bIns="0" rtlCol="0" anchor="ctr"/>
          <a:lstStyle/>
          <a:p>
            <a:pPr marL="0" indent="0">
              <a:buNone/>
            </a:pPr>
            <a:r>
              <a:rPr lang="en-US" sz="750">
                <a:solidFill>
                  <a:srgbClr val="5F6B7A"/>
                </a:solidFill>
                <a:latin typeface="Aptos" pitchFamily="34" charset="0"/>
                <a:ea typeface="Aptos" pitchFamily="34" charset="-122"/>
                <a:cs typeface="Aptos" pitchFamily="34" charset="-120"/>
              </a:rPr>
              <a:t>School B</a:t>
            </a:r>
            <a:endParaRPr lang="en-US" sz="750"/>
          </a:p>
        </p:txBody>
      </p:sp>
      <p:sp>
        <p:nvSpPr>
          <p:cNvPr id="742" name="Shape 90">
            <a:extLst>
              <a:ext uri="{FF2B5EF4-FFF2-40B4-BE49-F238E27FC236}">
                <a16:creationId xmlns:a16="http://schemas.microsoft.com/office/drawing/2014/main" id="{297A5E99-A234-F40D-64C9-1C4C4559E1EC}"/>
              </a:ext>
            </a:extLst>
          </p:cNvPr>
          <p:cNvSpPr/>
          <p:nvPr/>
        </p:nvSpPr>
        <p:spPr>
          <a:xfrm>
            <a:off x="3756878" y="4322494"/>
            <a:ext cx="347472" cy="91440"/>
          </a:xfrm>
          <a:prstGeom prst="roundRect">
            <a:avLst>
              <a:gd name="adj" fmla="val 30000"/>
            </a:avLst>
          </a:prstGeom>
          <a:solidFill>
            <a:srgbClr val="BFD7D3"/>
          </a:solidFill>
          <a:ln w="12700">
            <a:solidFill>
              <a:srgbClr val="BFD7D3"/>
            </a:solidFill>
            <a:prstDash val="solid"/>
          </a:ln>
        </p:spPr>
        <p:txBody>
          <a:bodyPr/>
          <a:lstStyle/>
          <a:p>
            <a:endParaRPr lang="en-US"/>
          </a:p>
        </p:txBody>
      </p:sp>
      <p:sp>
        <p:nvSpPr>
          <p:cNvPr id="743" name="Shape 91">
            <a:extLst>
              <a:ext uri="{FF2B5EF4-FFF2-40B4-BE49-F238E27FC236}">
                <a16:creationId xmlns:a16="http://schemas.microsoft.com/office/drawing/2014/main" id="{1C427A7E-9908-A9E1-F7DD-E5EDCD3A4C7D}"/>
              </a:ext>
            </a:extLst>
          </p:cNvPr>
          <p:cNvSpPr/>
          <p:nvPr/>
        </p:nvSpPr>
        <p:spPr>
          <a:xfrm>
            <a:off x="3756878" y="4441366"/>
            <a:ext cx="347472" cy="91440"/>
          </a:xfrm>
          <a:prstGeom prst="roundRect">
            <a:avLst>
              <a:gd name="adj" fmla="val 30000"/>
            </a:avLst>
          </a:prstGeom>
          <a:solidFill>
            <a:srgbClr val="BFD7D3"/>
          </a:solidFill>
          <a:ln w="12700">
            <a:solidFill>
              <a:srgbClr val="BFD7D3"/>
            </a:solidFill>
            <a:prstDash val="solid"/>
          </a:ln>
        </p:spPr>
        <p:txBody>
          <a:bodyPr/>
          <a:lstStyle/>
          <a:p>
            <a:endParaRPr lang="en-US"/>
          </a:p>
        </p:txBody>
      </p:sp>
      <p:sp>
        <p:nvSpPr>
          <p:cNvPr id="744" name="Shape 92">
            <a:extLst>
              <a:ext uri="{FF2B5EF4-FFF2-40B4-BE49-F238E27FC236}">
                <a16:creationId xmlns:a16="http://schemas.microsoft.com/office/drawing/2014/main" id="{AFDF28C6-E4B2-3E9A-07E3-92AF20AA8A26}"/>
              </a:ext>
            </a:extLst>
          </p:cNvPr>
          <p:cNvSpPr/>
          <p:nvPr/>
        </p:nvSpPr>
        <p:spPr>
          <a:xfrm>
            <a:off x="3756878" y="4560238"/>
            <a:ext cx="347472" cy="91440"/>
          </a:xfrm>
          <a:prstGeom prst="roundRect">
            <a:avLst>
              <a:gd name="adj" fmla="val 30000"/>
            </a:avLst>
          </a:prstGeom>
          <a:solidFill>
            <a:srgbClr val="BFD7D3"/>
          </a:solidFill>
          <a:ln w="12700">
            <a:solidFill>
              <a:srgbClr val="BFD7D3"/>
            </a:solidFill>
            <a:prstDash val="solid"/>
          </a:ln>
        </p:spPr>
        <p:txBody>
          <a:bodyPr/>
          <a:lstStyle/>
          <a:p>
            <a:endParaRPr lang="en-US"/>
          </a:p>
        </p:txBody>
      </p:sp>
      <p:sp>
        <p:nvSpPr>
          <p:cNvPr id="745" name="Shape 93">
            <a:extLst>
              <a:ext uri="{FF2B5EF4-FFF2-40B4-BE49-F238E27FC236}">
                <a16:creationId xmlns:a16="http://schemas.microsoft.com/office/drawing/2014/main" id="{540C830A-3907-F3F5-42F0-B75AE3216029}"/>
              </a:ext>
            </a:extLst>
          </p:cNvPr>
          <p:cNvSpPr/>
          <p:nvPr/>
        </p:nvSpPr>
        <p:spPr>
          <a:xfrm>
            <a:off x="4177502" y="4477942"/>
            <a:ext cx="310896" cy="0"/>
          </a:xfrm>
          <a:prstGeom prst="line">
            <a:avLst/>
          </a:prstGeom>
          <a:noFill/>
          <a:ln w="12700">
            <a:solidFill>
              <a:srgbClr val="9AA9B8"/>
            </a:solidFill>
            <a:prstDash val="solid"/>
            <a:tailEnd type="triangle"/>
          </a:ln>
        </p:spPr>
        <p:txBody>
          <a:bodyPr/>
          <a:lstStyle/>
          <a:p>
            <a:endParaRPr lang="en-US"/>
          </a:p>
        </p:txBody>
      </p:sp>
      <p:sp>
        <p:nvSpPr>
          <p:cNvPr id="746" name="Shape 94">
            <a:extLst>
              <a:ext uri="{FF2B5EF4-FFF2-40B4-BE49-F238E27FC236}">
                <a16:creationId xmlns:a16="http://schemas.microsoft.com/office/drawing/2014/main" id="{351D97F1-7435-A0DD-2429-12178A183923}"/>
              </a:ext>
            </a:extLst>
          </p:cNvPr>
          <p:cNvSpPr/>
          <p:nvPr/>
        </p:nvSpPr>
        <p:spPr>
          <a:xfrm>
            <a:off x="4543262" y="4355225"/>
            <a:ext cx="365760" cy="228600"/>
          </a:xfrm>
          <a:prstGeom prst="roundRect">
            <a:avLst>
              <a:gd name="adj" fmla="val 20000"/>
            </a:avLst>
          </a:prstGeom>
          <a:solidFill>
            <a:srgbClr val="BFD7D3"/>
          </a:solidFill>
          <a:ln w="12700">
            <a:solidFill>
              <a:srgbClr val="BFD7D3"/>
            </a:solidFill>
            <a:prstDash val="solid"/>
          </a:ln>
        </p:spPr>
        <p:txBody>
          <a:bodyPr/>
          <a:lstStyle/>
          <a:p>
            <a:endParaRPr lang="en-US"/>
          </a:p>
        </p:txBody>
      </p:sp>
      <p:sp>
        <p:nvSpPr>
          <p:cNvPr id="747" name="Text 95">
            <a:extLst>
              <a:ext uri="{FF2B5EF4-FFF2-40B4-BE49-F238E27FC236}">
                <a16:creationId xmlns:a16="http://schemas.microsoft.com/office/drawing/2014/main" id="{C2A2EBC0-D0F1-2CE5-3B94-8E0F990AD14C}"/>
              </a:ext>
            </a:extLst>
          </p:cNvPr>
          <p:cNvSpPr/>
          <p:nvPr/>
        </p:nvSpPr>
        <p:spPr>
          <a:xfrm>
            <a:off x="4543262" y="4363642"/>
            <a:ext cx="365760" cy="219456"/>
          </a:xfrm>
          <a:prstGeom prst="rect">
            <a:avLst/>
          </a:prstGeom>
          <a:noFill/>
          <a:ln/>
        </p:spPr>
        <p:txBody>
          <a:bodyPr wrap="square" lIns="0" tIns="0" rIns="0" bIns="0" rtlCol="0" anchor="ctr"/>
          <a:lstStyle/>
          <a:p>
            <a:pPr marL="0" indent="0" algn="ctr">
              <a:buNone/>
            </a:pPr>
            <a:r>
              <a:rPr lang="en-US" sz="820" b="1">
                <a:solidFill>
                  <a:srgbClr val="213547"/>
                </a:solidFill>
                <a:latin typeface="Aptos" pitchFamily="34" charset="0"/>
                <a:ea typeface="Aptos" pitchFamily="34" charset="-122"/>
                <a:cs typeface="Aptos" pitchFamily="34" charset="-120"/>
              </a:rPr>
              <a:t>F2</a:t>
            </a:r>
            <a:endParaRPr lang="en-US" sz="820"/>
          </a:p>
        </p:txBody>
      </p:sp>
      <p:sp>
        <p:nvSpPr>
          <p:cNvPr id="748" name="Text 96">
            <a:extLst>
              <a:ext uri="{FF2B5EF4-FFF2-40B4-BE49-F238E27FC236}">
                <a16:creationId xmlns:a16="http://schemas.microsoft.com/office/drawing/2014/main" id="{C93913BF-69B4-0053-7158-E92E28718058}"/>
              </a:ext>
            </a:extLst>
          </p:cNvPr>
          <p:cNvSpPr/>
          <p:nvPr/>
        </p:nvSpPr>
        <p:spPr>
          <a:xfrm>
            <a:off x="3773424" y="4719620"/>
            <a:ext cx="493776" cy="109728"/>
          </a:xfrm>
          <a:prstGeom prst="rect">
            <a:avLst/>
          </a:prstGeom>
          <a:noFill/>
          <a:ln/>
        </p:spPr>
        <p:txBody>
          <a:bodyPr wrap="square" lIns="0" tIns="0" rIns="0" bIns="0" rtlCol="0" anchor="ctr"/>
          <a:lstStyle/>
          <a:p>
            <a:pPr marL="0" indent="0">
              <a:buNone/>
            </a:pPr>
            <a:r>
              <a:rPr lang="en-US" sz="750">
                <a:solidFill>
                  <a:srgbClr val="5F6B7A"/>
                </a:solidFill>
                <a:latin typeface="Aptos" pitchFamily="34" charset="0"/>
                <a:ea typeface="Aptos" pitchFamily="34" charset="-122"/>
                <a:cs typeface="Aptos" pitchFamily="34" charset="-120"/>
              </a:rPr>
              <a:t>School C</a:t>
            </a:r>
            <a:endParaRPr lang="en-US" sz="750"/>
          </a:p>
        </p:txBody>
      </p:sp>
      <p:sp>
        <p:nvSpPr>
          <p:cNvPr id="749" name="Shape 97">
            <a:extLst>
              <a:ext uri="{FF2B5EF4-FFF2-40B4-BE49-F238E27FC236}">
                <a16:creationId xmlns:a16="http://schemas.microsoft.com/office/drawing/2014/main" id="{B94DCAFC-9480-9945-2C31-A8A649DE1D81}"/>
              </a:ext>
            </a:extLst>
          </p:cNvPr>
          <p:cNvSpPr/>
          <p:nvPr/>
        </p:nvSpPr>
        <p:spPr>
          <a:xfrm>
            <a:off x="3756878" y="4871134"/>
            <a:ext cx="347472" cy="91440"/>
          </a:xfrm>
          <a:prstGeom prst="roundRect">
            <a:avLst>
              <a:gd name="adj" fmla="val 30000"/>
            </a:avLst>
          </a:prstGeom>
          <a:solidFill>
            <a:srgbClr val="D9CCE7"/>
          </a:solidFill>
          <a:ln w="12700">
            <a:solidFill>
              <a:srgbClr val="D9CCE7"/>
            </a:solidFill>
            <a:prstDash val="solid"/>
          </a:ln>
        </p:spPr>
        <p:txBody>
          <a:bodyPr/>
          <a:lstStyle/>
          <a:p>
            <a:endParaRPr lang="en-US"/>
          </a:p>
        </p:txBody>
      </p:sp>
      <p:sp>
        <p:nvSpPr>
          <p:cNvPr id="750" name="Shape 98">
            <a:extLst>
              <a:ext uri="{FF2B5EF4-FFF2-40B4-BE49-F238E27FC236}">
                <a16:creationId xmlns:a16="http://schemas.microsoft.com/office/drawing/2014/main" id="{71769100-E551-3480-F97B-05248B0B65F9}"/>
              </a:ext>
            </a:extLst>
          </p:cNvPr>
          <p:cNvSpPr/>
          <p:nvPr/>
        </p:nvSpPr>
        <p:spPr>
          <a:xfrm>
            <a:off x="3756878" y="4990006"/>
            <a:ext cx="347472" cy="91440"/>
          </a:xfrm>
          <a:prstGeom prst="roundRect">
            <a:avLst>
              <a:gd name="adj" fmla="val 30000"/>
            </a:avLst>
          </a:prstGeom>
          <a:solidFill>
            <a:srgbClr val="D9CCE7"/>
          </a:solidFill>
          <a:ln w="12700">
            <a:solidFill>
              <a:srgbClr val="D9CCE7"/>
            </a:solidFill>
            <a:prstDash val="solid"/>
          </a:ln>
        </p:spPr>
        <p:txBody>
          <a:bodyPr/>
          <a:lstStyle/>
          <a:p>
            <a:endParaRPr lang="en-US"/>
          </a:p>
        </p:txBody>
      </p:sp>
      <p:sp>
        <p:nvSpPr>
          <p:cNvPr id="751" name="Shape 99">
            <a:extLst>
              <a:ext uri="{FF2B5EF4-FFF2-40B4-BE49-F238E27FC236}">
                <a16:creationId xmlns:a16="http://schemas.microsoft.com/office/drawing/2014/main" id="{67DA8E76-FE06-EB88-634E-341977AEA70D}"/>
              </a:ext>
            </a:extLst>
          </p:cNvPr>
          <p:cNvSpPr/>
          <p:nvPr/>
        </p:nvSpPr>
        <p:spPr>
          <a:xfrm>
            <a:off x="3756878" y="5108878"/>
            <a:ext cx="347472" cy="91440"/>
          </a:xfrm>
          <a:prstGeom prst="roundRect">
            <a:avLst>
              <a:gd name="adj" fmla="val 30000"/>
            </a:avLst>
          </a:prstGeom>
          <a:solidFill>
            <a:srgbClr val="D9CCE7"/>
          </a:solidFill>
          <a:ln w="12700">
            <a:solidFill>
              <a:srgbClr val="D9CCE7"/>
            </a:solidFill>
            <a:prstDash val="solid"/>
          </a:ln>
        </p:spPr>
        <p:txBody>
          <a:bodyPr/>
          <a:lstStyle/>
          <a:p>
            <a:endParaRPr lang="en-US"/>
          </a:p>
        </p:txBody>
      </p:sp>
      <p:sp>
        <p:nvSpPr>
          <p:cNvPr id="752" name="Shape 100">
            <a:extLst>
              <a:ext uri="{FF2B5EF4-FFF2-40B4-BE49-F238E27FC236}">
                <a16:creationId xmlns:a16="http://schemas.microsoft.com/office/drawing/2014/main" id="{F1676D4B-4B99-EAA7-454C-6117548A449E}"/>
              </a:ext>
            </a:extLst>
          </p:cNvPr>
          <p:cNvSpPr/>
          <p:nvPr/>
        </p:nvSpPr>
        <p:spPr>
          <a:xfrm>
            <a:off x="4177502" y="5026582"/>
            <a:ext cx="310896" cy="0"/>
          </a:xfrm>
          <a:prstGeom prst="line">
            <a:avLst/>
          </a:prstGeom>
          <a:noFill/>
          <a:ln w="12700">
            <a:solidFill>
              <a:srgbClr val="9AA9B8"/>
            </a:solidFill>
            <a:prstDash val="solid"/>
            <a:tailEnd type="triangle"/>
          </a:ln>
        </p:spPr>
        <p:txBody>
          <a:bodyPr/>
          <a:lstStyle/>
          <a:p>
            <a:endParaRPr lang="en-US"/>
          </a:p>
        </p:txBody>
      </p:sp>
      <p:sp>
        <p:nvSpPr>
          <p:cNvPr id="753" name="Shape 101">
            <a:extLst>
              <a:ext uri="{FF2B5EF4-FFF2-40B4-BE49-F238E27FC236}">
                <a16:creationId xmlns:a16="http://schemas.microsoft.com/office/drawing/2014/main" id="{3CAB22C6-0BAE-9334-4742-A7FCE5D8BB32}"/>
              </a:ext>
            </a:extLst>
          </p:cNvPr>
          <p:cNvSpPr/>
          <p:nvPr/>
        </p:nvSpPr>
        <p:spPr>
          <a:xfrm>
            <a:off x="4543262" y="4910805"/>
            <a:ext cx="365760" cy="228600"/>
          </a:xfrm>
          <a:prstGeom prst="roundRect">
            <a:avLst>
              <a:gd name="adj" fmla="val 20000"/>
            </a:avLst>
          </a:prstGeom>
          <a:solidFill>
            <a:srgbClr val="D9CCE7"/>
          </a:solidFill>
          <a:ln w="12700">
            <a:solidFill>
              <a:srgbClr val="D9CCE7"/>
            </a:solidFill>
            <a:prstDash val="solid"/>
          </a:ln>
        </p:spPr>
        <p:txBody>
          <a:bodyPr/>
          <a:lstStyle/>
          <a:p>
            <a:endParaRPr lang="en-US"/>
          </a:p>
        </p:txBody>
      </p:sp>
      <p:sp>
        <p:nvSpPr>
          <p:cNvPr id="754" name="Text 102">
            <a:extLst>
              <a:ext uri="{FF2B5EF4-FFF2-40B4-BE49-F238E27FC236}">
                <a16:creationId xmlns:a16="http://schemas.microsoft.com/office/drawing/2014/main" id="{329C96B0-11D5-97DD-F434-297965EC4395}"/>
              </a:ext>
            </a:extLst>
          </p:cNvPr>
          <p:cNvSpPr/>
          <p:nvPr/>
        </p:nvSpPr>
        <p:spPr>
          <a:xfrm>
            <a:off x="4543262" y="4912282"/>
            <a:ext cx="365760" cy="219456"/>
          </a:xfrm>
          <a:prstGeom prst="rect">
            <a:avLst/>
          </a:prstGeom>
          <a:noFill/>
          <a:ln/>
        </p:spPr>
        <p:txBody>
          <a:bodyPr wrap="square" lIns="0" tIns="0" rIns="0" bIns="0" rtlCol="0" anchor="ctr"/>
          <a:lstStyle/>
          <a:p>
            <a:pPr marL="0" indent="0" algn="ctr">
              <a:buNone/>
            </a:pPr>
            <a:r>
              <a:rPr lang="en-US" sz="820" b="1">
                <a:solidFill>
                  <a:srgbClr val="213547"/>
                </a:solidFill>
                <a:latin typeface="Aptos" pitchFamily="34" charset="0"/>
                <a:ea typeface="Aptos" pitchFamily="34" charset="-122"/>
                <a:cs typeface="Aptos" pitchFamily="34" charset="-120"/>
              </a:rPr>
              <a:t>F3</a:t>
            </a:r>
            <a:endParaRPr lang="en-US" sz="820"/>
          </a:p>
        </p:txBody>
      </p:sp>
      <p:sp>
        <p:nvSpPr>
          <p:cNvPr id="755" name="Shape 103">
            <a:extLst>
              <a:ext uri="{FF2B5EF4-FFF2-40B4-BE49-F238E27FC236}">
                <a16:creationId xmlns:a16="http://schemas.microsoft.com/office/drawing/2014/main" id="{E0E14AE7-96CC-BB93-7C1C-502246E8A271}"/>
              </a:ext>
            </a:extLst>
          </p:cNvPr>
          <p:cNvSpPr/>
          <p:nvPr/>
        </p:nvSpPr>
        <p:spPr>
          <a:xfrm>
            <a:off x="3802598" y="5447180"/>
            <a:ext cx="1207008" cy="356616"/>
          </a:xfrm>
          <a:prstGeom prst="roundRect">
            <a:avLst>
              <a:gd name="adj" fmla="val 16667"/>
            </a:avLst>
          </a:prstGeom>
          <a:solidFill>
            <a:srgbClr val="F6EDEA"/>
          </a:solidFill>
          <a:ln w="12700">
            <a:solidFill>
              <a:srgbClr val="F6EDEA"/>
            </a:solidFill>
            <a:prstDash val="solid"/>
          </a:ln>
        </p:spPr>
        <p:txBody>
          <a:bodyPr/>
          <a:lstStyle/>
          <a:p>
            <a:endParaRPr lang="en-US"/>
          </a:p>
        </p:txBody>
      </p:sp>
      <p:sp>
        <p:nvSpPr>
          <p:cNvPr id="756" name="Text 104">
            <a:extLst>
              <a:ext uri="{FF2B5EF4-FFF2-40B4-BE49-F238E27FC236}">
                <a16:creationId xmlns:a16="http://schemas.microsoft.com/office/drawing/2014/main" id="{D2B69891-B633-C45E-4301-354A0B245606}"/>
              </a:ext>
            </a:extLst>
          </p:cNvPr>
          <p:cNvSpPr/>
          <p:nvPr/>
        </p:nvSpPr>
        <p:spPr>
          <a:xfrm>
            <a:off x="3802598" y="5446376"/>
            <a:ext cx="1207008" cy="347472"/>
          </a:xfrm>
          <a:prstGeom prst="rect">
            <a:avLst/>
          </a:prstGeom>
          <a:noFill/>
          <a:ln/>
        </p:spPr>
        <p:txBody>
          <a:bodyPr wrap="square" lIns="0" tIns="0" rIns="0" bIns="0" rtlCol="0" anchor="ctr"/>
          <a:lstStyle/>
          <a:p>
            <a:pPr marL="0" indent="0" algn="ctr">
              <a:buNone/>
            </a:pPr>
            <a:r>
              <a:rPr lang="en-US" sz="810" b="1">
                <a:solidFill>
                  <a:srgbClr val="213547"/>
                </a:solidFill>
                <a:latin typeface="Aptos" pitchFamily="34" charset="0"/>
                <a:ea typeface="Aptos" pitchFamily="34" charset="-122"/>
                <a:cs typeface="Aptos" pitchFamily="34" charset="-120"/>
              </a:rPr>
              <a:t>Schools, not rows, are assigned to folds</a:t>
            </a:r>
            <a:endParaRPr lang="en-US" sz="810"/>
          </a:p>
        </p:txBody>
      </p:sp>
      <p:sp>
        <p:nvSpPr>
          <p:cNvPr id="757" name="Text 105">
            <a:extLst>
              <a:ext uri="{FF2B5EF4-FFF2-40B4-BE49-F238E27FC236}">
                <a16:creationId xmlns:a16="http://schemas.microsoft.com/office/drawing/2014/main" id="{ECBE296D-D7B2-9051-4B34-171F3C428752}"/>
              </a:ext>
            </a:extLst>
          </p:cNvPr>
          <p:cNvSpPr/>
          <p:nvPr/>
        </p:nvSpPr>
        <p:spPr>
          <a:xfrm>
            <a:off x="5421086" y="2973116"/>
            <a:ext cx="1371600" cy="310896"/>
          </a:xfrm>
          <a:prstGeom prst="rect">
            <a:avLst/>
          </a:prstGeom>
          <a:noFill/>
          <a:ln/>
        </p:spPr>
        <p:txBody>
          <a:bodyPr wrap="square" lIns="0" tIns="0" rIns="0" bIns="0" rtlCol="0" anchor="ctr"/>
          <a:lstStyle/>
          <a:p>
            <a:pPr marL="0" indent="0" algn="ctr">
              <a:buNone/>
            </a:pPr>
            <a:r>
              <a:rPr lang="en-US" sz="860" b="1">
                <a:solidFill>
                  <a:srgbClr val="213547"/>
                </a:solidFill>
                <a:latin typeface="Aptos" pitchFamily="34" charset="0"/>
                <a:ea typeface="Aptos" pitchFamily="34" charset="-122"/>
                <a:cs typeface="Aptos" pitchFamily="34" charset="-120"/>
              </a:rPr>
              <a:t>Different school-to-fold</a:t>
            </a:r>
            <a:endParaRPr lang="en-US" sz="860"/>
          </a:p>
          <a:p>
            <a:pPr marL="0" indent="0" algn="ctr">
              <a:buNone/>
            </a:pPr>
            <a:r>
              <a:rPr lang="en-US" sz="860" b="1">
                <a:solidFill>
                  <a:srgbClr val="213547"/>
                </a:solidFill>
                <a:latin typeface="Aptos" pitchFamily="34" charset="0"/>
                <a:ea typeface="Aptos" pitchFamily="34" charset="-122"/>
                <a:cs typeface="Aptos" pitchFamily="34" charset="-120"/>
              </a:rPr>
              <a:t>assignments</a:t>
            </a:r>
            <a:endParaRPr lang="en-US" sz="860"/>
          </a:p>
        </p:txBody>
      </p:sp>
      <p:sp>
        <p:nvSpPr>
          <p:cNvPr id="758" name="Shape 106">
            <a:extLst>
              <a:ext uri="{FF2B5EF4-FFF2-40B4-BE49-F238E27FC236}">
                <a16:creationId xmlns:a16="http://schemas.microsoft.com/office/drawing/2014/main" id="{9CB005C1-3B0A-9716-B8B1-6F7CEB1B05F6}"/>
              </a:ext>
            </a:extLst>
          </p:cNvPr>
          <p:cNvSpPr/>
          <p:nvPr/>
        </p:nvSpPr>
        <p:spPr>
          <a:xfrm>
            <a:off x="5457662" y="3558332"/>
            <a:ext cx="310896" cy="1298440"/>
          </a:xfrm>
          <a:prstGeom prst="roundRect">
            <a:avLst>
              <a:gd name="adj" fmla="val 11765"/>
            </a:avLst>
          </a:prstGeom>
          <a:solidFill>
            <a:srgbClr val="F8FAFC"/>
          </a:solidFill>
          <a:ln w="12700">
            <a:solidFill>
              <a:srgbClr val="D7DEE7"/>
            </a:solidFill>
            <a:prstDash val="solid"/>
          </a:ln>
        </p:spPr>
        <p:txBody>
          <a:bodyPr/>
          <a:lstStyle/>
          <a:p>
            <a:endParaRPr lang="en-US"/>
          </a:p>
        </p:txBody>
      </p:sp>
      <p:sp>
        <p:nvSpPr>
          <p:cNvPr id="759" name="Text 107">
            <a:extLst>
              <a:ext uri="{FF2B5EF4-FFF2-40B4-BE49-F238E27FC236}">
                <a16:creationId xmlns:a16="http://schemas.microsoft.com/office/drawing/2014/main" id="{D1C04053-D3E4-D6DA-3DC3-1722B863AA20}"/>
              </a:ext>
            </a:extLst>
          </p:cNvPr>
          <p:cNvSpPr/>
          <p:nvPr/>
        </p:nvSpPr>
        <p:spPr>
          <a:xfrm>
            <a:off x="5457662" y="3412028"/>
            <a:ext cx="310896" cy="128016"/>
          </a:xfrm>
          <a:prstGeom prst="rect">
            <a:avLst/>
          </a:prstGeom>
          <a:noFill/>
          <a:ln/>
        </p:spPr>
        <p:txBody>
          <a:bodyPr wrap="square" lIns="0" tIns="0" rIns="0" bIns="0" rtlCol="0" anchor="ctr"/>
          <a:lstStyle/>
          <a:p>
            <a:pPr marL="0" indent="0" algn="ctr">
              <a:buNone/>
            </a:pPr>
            <a:r>
              <a:rPr lang="en-US" sz="730" b="1">
                <a:solidFill>
                  <a:srgbClr val="213547"/>
                </a:solidFill>
                <a:latin typeface="Aptos" pitchFamily="34" charset="0"/>
                <a:ea typeface="Aptos" pitchFamily="34" charset="-122"/>
                <a:cs typeface="Aptos" pitchFamily="34" charset="-120"/>
              </a:rPr>
              <a:t>R1</a:t>
            </a:r>
            <a:endParaRPr lang="en-US" sz="730"/>
          </a:p>
        </p:txBody>
      </p:sp>
      <p:sp>
        <p:nvSpPr>
          <p:cNvPr id="760" name="Shape 108">
            <a:extLst>
              <a:ext uri="{FF2B5EF4-FFF2-40B4-BE49-F238E27FC236}">
                <a16:creationId xmlns:a16="http://schemas.microsoft.com/office/drawing/2014/main" id="{8A384CFD-8A60-072F-BE7E-C58D65A8D7F8}"/>
              </a:ext>
            </a:extLst>
          </p:cNvPr>
          <p:cNvSpPr/>
          <p:nvPr/>
        </p:nvSpPr>
        <p:spPr>
          <a:xfrm>
            <a:off x="5521670" y="3732068"/>
            <a:ext cx="182880" cy="164592"/>
          </a:xfrm>
          <a:prstGeom prst="roundRect">
            <a:avLst>
              <a:gd name="adj" fmla="val 16667"/>
            </a:avLst>
          </a:prstGeom>
          <a:solidFill>
            <a:srgbClr val="A7BFD6"/>
          </a:solidFill>
          <a:ln w="12700">
            <a:solidFill>
              <a:srgbClr val="A7BFD6"/>
            </a:solidFill>
            <a:prstDash val="solid"/>
          </a:ln>
        </p:spPr>
        <p:txBody>
          <a:bodyPr/>
          <a:lstStyle/>
          <a:p>
            <a:endParaRPr lang="en-US"/>
          </a:p>
        </p:txBody>
      </p:sp>
      <p:sp>
        <p:nvSpPr>
          <p:cNvPr id="761" name="Text 109">
            <a:extLst>
              <a:ext uri="{FF2B5EF4-FFF2-40B4-BE49-F238E27FC236}">
                <a16:creationId xmlns:a16="http://schemas.microsoft.com/office/drawing/2014/main" id="{5469EDCB-0439-AD69-D08E-7CCEF7159D46}"/>
              </a:ext>
            </a:extLst>
          </p:cNvPr>
          <p:cNvSpPr/>
          <p:nvPr/>
        </p:nvSpPr>
        <p:spPr>
          <a:xfrm>
            <a:off x="5521670" y="3736640"/>
            <a:ext cx="182880" cy="155448"/>
          </a:xfrm>
          <a:prstGeom prst="rect">
            <a:avLst/>
          </a:prstGeom>
          <a:noFill/>
          <a:ln/>
        </p:spPr>
        <p:txBody>
          <a:bodyPr wrap="square" lIns="0" tIns="0" rIns="0" bIns="0" rtlCol="0" anchor="ctr"/>
          <a:lstStyle/>
          <a:p>
            <a:pPr marL="0" indent="0" algn="ctr">
              <a:buNone/>
            </a:pPr>
            <a:r>
              <a:rPr lang="en-US" sz="730" b="1">
                <a:solidFill>
                  <a:srgbClr val="213547"/>
                </a:solidFill>
                <a:latin typeface="Aptos" pitchFamily="34" charset="0"/>
                <a:ea typeface="Aptos" pitchFamily="34" charset="-122"/>
                <a:cs typeface="Aptos" pitchFamily="34" charset="-120"/>
              </a:rPr>
              <a:t>F1</a:t>
            </a:r>
            <a:endParaRPr lang="en-US" sz="730"/>
          </a:p>
        </p:txBody>
      </p:sp>
      <p:sp>
        <p:nvSpPr>
          <p:cNvPr id="762" name="Shape 110">
            <a:extLst>
              <a:ext uri="{FF2B5EF4-FFF2-40B4-BE49-F238E27FC236}">
                <a16:creationId xmlns:a16="http://schemas.microsoft.com/office/drawing/2014/main" id="{83A3FBC5-B57C-1A41-1C17-7FBE91DECDF2}"/>
              </a:ext>
            </a:extLst>
          </p:cNvPr>
          <p:cNvSpPr/>
          <p:nvPr/>
        </p:nvSpPr>
        <p:spPr>
          <a:xfrm>
            <a:off x="5521670" y="4116116"/>
            <a:ext cx="182880" cy="164592"/>
          </a:xfrm>
          <a:prstGeom prst="roundRect">
            <a:avLst>
              <a:gd name="adj" fmla="val 16667"/>
            </a:avLst>
          </a:prstGeom>
          <a:solidFill>
            <a:srgbClr val="BFD7D3"/>
          </a:solidFill>
          <a:ln w="12700">
            <a:solidFill>
              <a:srgbClr val="BFD7D3"/>
            </a:solidFill>
            <a:prstDash val="solid"/>
          </a:ln>
        </p:spPr>
        <p:txBody>
          <a:bodyPr/>
          <a:lstStyle/>
          <a:p>
            <a:endParaRPr lang="en-US"/>
          </a:p>
        </p:txBody>
      </p:sp>
      <p:sp>
        <p:nvSpPr>
          <p:cNvPr id="763" name="Text 111">
            <a:extLst>
              <a:ext uri="{FF2B5EF4-FFF2-40B4-BE49-F238E27FC236}">
                <a16:creationId xmlns:a16="http://schemas.microsoft.com/office/drawing/2014/main" id="{14D04FF2-2534-853B-8439-4138B69A823C}"/>
              </a:ext>
            </a:extLst>
          </p:cNvPr>
          <p:cNvSpPr/>
          <p:nvPr/>
        </p:nvSpPr>
        <p:spPr>
          <a:xfrm>
            <a:off x="5521670" y="4120688"/>
            <a:ext cx="182880" cy="155448"/>
          </a:xfrm>
          <a:prstGeom prst="rect">
            <a:avLst/>
          </a:prstGeom>
          <a:noFill/>
          <a:ln/>
        </p:spPr>
        <p:txBody>
          <a:bodyPr wrap="square" lIns="0" tIns="0" rIns="0" bIns="0" rtlCol="0" anchor="ctr"/>
          <a:lstStyle/>
          <a:p>
            <a:pPr marL="0" indent="0" algn="ctr">
              <a:buNone/>
            </a:pPr>
            <a:r>
              <a:rPr lang="en-US" sz="730" b="1">
                <a:solidFill>
                  <a:srgbClr val="213547"/>
                </a:solidFill>
                <a:latin typeface="Aptos" pitchFamily="34" charset="0"/>
                <a:ea typeface="Aptos" pitchFamily="34" charset="-122"/>
                <a:cs typeface="Aptos" pitchFamily="34" charset="-120"/>
              </a:rPr>
              <a:t>F2</a:t>
            </a:r>
            <a:endParaRPr lang="en-US" sz="730"/>
          </a:p>
        </p:txBody>
      </p:sp>
      <p:sp>
        <p:nvSpPr>
          <p:cNvPr id="764" name="Shape 112">
            <a:extLst>
              <a:ext uri="{FF2B5EF4-FFF2-40B4-BE49-F238E27FC236}">
                <a16:creationId xmlns:a16="http://schemas.microsoft.com/office/drawing/2014/main" id="{CBCEBE50-4117-C699-F921-3163A14F55F4}"/>
              </a:ext>
            </a:extLst>
          </p:cNvPr>
          <p:cNvSpPr/>
          <p:nvPr/>
        </p:nvSpPr>
        <p:spPr>
          <a:xfrm>
            <a:off x="5521670" y="4500164"/>
            <a:ext cx="182880" cy="164592"/>
          </a:xfrm>
          <a:prstGeom prst="roundRect">
            <a:avLst>
              <a:gd name="adj" fmla="val 16667"/>
            </a:avLst>
          </a:prstGeom>
          <a:solidFill>
            <a:srgbClr val="D9CCE7"/>
          </a:solidFill>
          <a:ln w="12700">
            <a:solidFill>
              <a:srgbClr val="D9CCE7"/>
            </a:solidFill>
            <a:prstDash val="solid"/>
          </a:ln>
        </p:spPr>
        <p:txBody>
          <a:bodyPr/>
          <a:lstStyle/>
          <a:p>
            <a:endParaRPr lang="en-US"/>
          </a:p>
        </p:txBody>
      </p:sp>
      <p:sp>
        <p:nvSpPr>
          <p:cNvPr id="765" name="Text 113">
            <a:extLst>
              <a:ext uri="{FF2B5EF4-FFF2-40B4-BE49-F238E27FC236}">
                <a16:creationId xmlns:a16="http://schemas.microsoft.com/office/drawing/2014/main" id="{5BC36737-A73F-3063-B9C9-04BDDF99CD19}"/>
              </a:ext>
            </a:extLst>
          </p:cNvPr>
          <p:cNvSpPr/>
          <p:nvPr/>
        </p:nvSpPr>
        <p:spPr>
          <a:xfrm>
            <a:off x="5521670" y="4504736"/>
            <a:ext cx="182880" cy="155448"/>
          </a:xfrm>
          <a:prstGeom prst="rect">
            <a:avLst/>
          </a:prstGeom>
          <a:noFill/>
          <a:ln/>
        </p:spPr>
        <p:txBody>
          <a:bodyPr wrap="square" lIns="0" tIns="0" rIns="0" bIns="0" rtlCol="0" anchor="ctr"/>
          <a:lstStyle/>
          <a:p>
            <a:pPr marL="0" indent="0" algn="ctr">
              <a:buNone/>
            </a:pPr>
            <a:r>
              <a:rPr lang="en-US" sz="730" b="1">
                <a:solidFill>
                  <a:srgbClr val="213547"/>
                </a:solidFill>
                <a:latin typeface="Aptos" pitchFamily="34" charset="0"/>
                <a:ea typeface="Aptos" pitchFamily="34" charset="-122"/>
                <a:cs typeface="Aptos" pitchFamily="34" charset="-120"/>
              </a:rPr>
              <a:t>F3</a:t>
            </a:r>
            <a:endParaRPr lang="en-US" sz="730"/>
          </a:p>
        </p:txBody>
      </p:sp>
      <p:sp>
        <p:nvSpPr>
          <p:cNvPr id="766" name="Shape 114">
            <a:extLst>
              <a:ext uri="{FF2B5EF4-FFF2-40B4-BE49-F238E27FC236}">
                <a16:creationId xmlns:a16="http://schemas.microsoft.com/office/drawing/2014/main" id="{336CC6CE-A4CF-9C45-4328-72FE479816AF}"/>
              </a:ext>
            </a:extLst>
          </p:cNvPr>
          <p:cNvSpPr/>
          <p:nvPr/>
        </p:nvSpPr>
        <p:spPr>
          <a:xfrm>
            <a:off x="5914862" y="3558332"/>
            <a:ext cx="310896" cy="1298441"/>
          </a:xfrm>
          <a:prstGeom prst="roundRect">
            <a:avLst>
              <a:gd name="adj" fmla="val 11765"/>
            </a:avLst>
          </a:prstGeom>
          <a:solidFill>
            <a:srgbClr val="F8FAFC"/>
          </a:solidFill>
          <a:ln w="12700">
            <a:solidFill>
              <a:srgbClr val="D7DEE7"/>
            </a:solidFill>
            <a:prstDash val="solid"/>
          </a:ln>
        </p:spPr>
        <p:txBody>
          <a:bodyPr/>
          <a:lstStyle/>
          <a:p>
            <a:endParaRPr lang="en-US"/>
          </a:p>
        </p:txBody>
      </p:sp>
      <p:sp>
        <p:nvSpPr>
          <p:cNvPr id="767" name="Text 115">
            <a:extLst>
              <a:ext uri="{FF2B5EF4-FFF2-40B4-BE49-F238E27FC236}">
                <a16:creationId xmlns:a16="http://schemas.microsoft.com/office/drawing/2014/main" id="{244E1F2E-BB42-9E8E-E7EF-26A8445537D8}"/>
              </a:ext>
            </a:extLst>
          </p:cNvPr>
          <p:cNvSpPr/>
          <p:nvPr/>
        </p:nvSpPr>
        <p:spPr>
          <a:xfrm>
            <a:off x="5914862" y="3412028"/>
            <a:ext cx="310896" cy="128016"/>
          </a:xfrm>
          <a:prstGeom prst="rect">
            <a:avLst/>
          </a:prstGeom>
          <a:noFill/>
          <a:ln/>
        </p:spPr>
        <p:txBody>
          <a:bodyPr wrap="square" lIns="0" tIns="0" rIns="0" bIns="0" rtlCol="0" anchor="ctr"/>
          <a:lstStyle/>
          <a:p>
            <a:pPr marL="0" indent="0" algn="ctr">
              <a:buNone/>
            </a:pPr>
            <a:r>
              <a:rPr lang="en-US" sz="730" b="1">
                <a:solidFill>
                  <a:srgbClr val="213547"/>
                </a:solidFill>
                <a:latin typeface="Aptos" pitchFamily="34" charset="0"/>
                <a:ea typeface="Aptos" pitchFamily="34" charset="-122"/>
                <a:cs typeface="Aptos" pitchFamily="34" charset="-120"/>
              </a:rPr>
              <a:t>R2</a:t>
            </a:r>
            <a:endParaRPr lang="en-US" sz="730"/>
          </a:p>
        </p:txBody>
      </p:sp>
      <p:sp>
        <p:nvSpPr>
          <p:cNvPr id="768" name="Shape 116">
            <a:extLst>
              <a:ext uri="{FF2B5EF4-FFF2-40B4-BE49-F238E27FC236}">
                <a16:creationId xmlns:a16="http://schemas.microsoft.com/office/drawing/2014/main" id="{653E892F-F481-34DF-820D-C9CEF667E313}"/>
              </a:ext>
            </a:extLst>
          </p:cNvPr>
          <p:cNvSpPr/>
          <p:nvPr/>
        </p:nvSpPr>
        <p:spPr>
          <a:xfrm>
            <a:off x="5978870" y="3732068"/>
            <a:ext cx="182880" cy="164592"/>
          </a:xfrm>
          <a:prstGeom prst="roundRect">
            <a:avLst>
              <a:gd name="adj" fmla="val 16667"/>
            </a:avLst>
          </a:prstGeom>
          <a:solidFill>
            <a:srgbClr val="BFD7D3"/>
          </a:solidFill>
          <a:ln w="12700">
            <a:solidFill>
              <a:srgbClr val="BFD7D3"/>
            </a:solidFill>
            <a:prstDash val="solid"/>
          </a:ln>
        </p:spPr>
        <p:txBody>
          <a:bodyPr/>
          <a:lstStyle/>
          <a:p>
            <a:endParaRPr lang="en-US"/>
          </a:p>
        </p:txBody>
      </p:sp>
      <p:sp>
        <p:nvSpPr>
          <p:cNvPr id="769" name="Text 117">
            <a:extLst>
              <a:ext uri="{FF2B5EF4-FFF2-40B4-BE49-F238E27FC236}">
                <a16:creationId xmlns:a16="http://schemas.microsoft.com/office/drawing/2014/main" id="{B7EB5C16-6B8A-E185-B58B-F18ECA57721E}"/>
              </a:ext>
            </a:extLst>
          </p:cNvPr>
          <p:cNvSpPr/>
          <p:nvPr/>
        </p:nvSpPr>
        <p:spPr>
          <a:xfrm>
            <a:off x="5978870" y="3736640"/>
            <a:ext cx="182880" cy="155448"/>
          </a:xfrm>
          <a:prstGeom prst="rect">
            <a:avLst/>
          </a:prstGeom>
          <a:noFill/>
          <a:ln/>
        </p:spPr>
        <p:txBody>
          <a:bodyPr wrap="square" lIns="0" tIns="0" rIns="0" bIns="0" rtlCol="0" anchor="ctr"/>
          <a:lstStyle/>
          <a:p>
            <a:pPr marL="0" indent="0" algn="ctr">
              <a:buNone/>
            </a:pPr>
            <a:r>
              <a:rPr lang="en-US" sz="730" b="1">
                <a:solidFill>
                  <a:srgbClr val="213547"/>
                </a:solidFill>
                <a:latin typeface="Aptos" pitchFamily="34" charset="0"/>
                <a:ea typeface="Aptos" pitchFamily="34" charset="-122"/>
                <a:cs typeface="Aptos" pitchFamily="34" charset="-120"/>
              </a:rPr>
              <a:t>F1</a:t>
            </a:r>
            <a:endParaRPr lang="en-US" sz="730"/>
          </a:p>
        </p:txBody>
      </p:sp>
      <p:sp>
        <p:nvSpPr>
          <p:cNvPr id="770" name="Shape 118">
            <a:extLst>
              <a:ext uri="{FF2B5EF4-FFF2-40B4-BE49-F238E27FC236}">
                <a16:creationId xmlns:a16="http://schemas.microsoft.com/office/drawing/2014/main" id="{DD4B2FE9-AF01-6182-D857-4D41BE9F6634}"/>
              </a:ext>
            </a:extLst>
          </p:cNvPr>
          <p:cNvSpPr/>
          <p:nvPr/>
        </p:nvSpPr>
        <p:spPr>
          <a:xfrm>
            <a:off x="5978870" y="4116116"/>
            <a:ext cx="182880" cy="164592"/>
          </a:xfrm>
          <a:prstGeom prst="roundRect">
            <a:avLst>
              <a:gd name="adj" fmla="val 16667"/>
            </a:avLst>
          </a:prstGeom>
          <a:solidFill>
            <a:srgbClr val="D9CCE7"/>
          </a:solidFill>
          <a:ln w="12700">
            <a:solidFill>
              <a:srgbClr val="D9CCE7"/>
            </a:solidFill>
            <a:prstDash val="solid"/>
          </a:ln>
        </p:spPr>
        <p:txBody>
          <a:bodyPr/>
          <a:lstStyle/>
          <a:p>
            <a:endParaRPr lang="en-US"/>
          </a:p>
        </p:txBody>
      </p:sp>
      <p:sp>
        <p:nvSpPr>
          <p:cNvPr id="771" name="Text 119">
            <a:extLst>
              <a:ext uri="{FF2B5EF4-FFF2-40B4-BE49-F238E27FC236}">
                <a16:creationId xmlns:a16="http://schemas.microsoft.com/office/drawing/2014/main" id="{585213FA-7D6E-0CB6-0052-EC972255AFA7}"/>
              </a:ext>
            </a:extLst>
          </p:cNvPr>
          <p:cNvSpPr/>
          <p:nvPr/>
        </p:nvSpPr>
        <p:spPr>
          <a:xfrm>
            <a:off x="5978870" y="4120688"/>
            <a:ext cx="182880" cy="155448"/>
          </a:xfrm>
          <a:prstGeom prst="rect">
            <a:avLst/>
          </a:prstGeom>
          <a:noFill/>
          <a:ln/>
        </p:spPr>
        <p:txBody>
          <a:bodyPr wrap="square" lIns="0" tIns="0" rIns="0" bIns="0" rtlCol="0" anchor="ctr"/>
          <a:lstStyle/>
          <a:p>
            <a:pPr marL="0" indent="0" algn="ctr">
              <a:buNone/>
            </a:pPr>
            <a:r>
              <a:rPr lang="en-US" sz="730" b="1">
                <a:solidFill>
                  <a:srgbClr val="213547"/>
                </a:solidFill>
                <a:latin typeface="Aptos" pitchFamily="34" charset="0"/>
                <a:ea typeface="Aptos" pitchFamily="34" charset="-122"/>
                <a:cs typeface="Aptos" pitchFamily="34" charset="-120"/>
              </a:rPr>
              <a:t>F2</a:t>
            </a:r>
            <a:endParaRPr lang="en-US" sz="730"/>
          </a:p>
        </p:txBody>
      </p:sp>
      <p:sp>
        <p:nvSpPr>
          <p:cNvPr id="772" name="Shape 120">
            <a:extLst>
              <a:ext uri="{FF2B5EF4-FFF2-40B4-BE49-F238E27FC236}">
                <a16:creationId xmlns:a16="http://schemas.microsoft.com/office/drawing/2014/main" id="{E145C083-9B7C-E830-FA65-D3C349DDDB49}"/>
              </a:ext>
            </a:extLst>
          </p:cNvPr>
          <p:cNvSpPr/>
          <p:nvPr/>
        </p:nvSpPr>
        <p:spPr>
          <a:xfrm>
            <a:off x="5978870" y="4500164"/>
            <a:ext cx="182880" cy="164592"/>
          </a:xfrm>
          <a:prstGeom prst="roundRect">
            <a:avLst>
              <a:gd name="adj" fmla="val 16667"/>
            </a:avLst>
          </a:prstGeom>
          <a:solidFill>
            <a:srgbClr val="A7BFD6"/>
          </a:solidFill>
          <a:ln w="12700">
            <a:solidFill>
              <a:srgbClr val="A7BFD6"/>
            </a:solidFill>
            <a:prstDash val="solid"/>
          </a:ln>
        </p:spPr>
        <p:txBody>
          <a:bodyPr/>
          <a:lstStyle/>
          <a:p>
            <a:endParaRPr lang="en-US"/>
          </a:p>
        </p:txBody>
      </p:sp>
      <p:sp>
        <p:nvSpPr>
          <p:cNvPr id="773" name="Text 121">
            <a:extLst>
              <a:ext uri="{FF2B5EF4-FFF2-40B4-BE49-F238E27FC236}">
                <a16:creationId xmlns:a16="http://schemas.microsoft.com/office/drawing/2014/main" id="{556F39F5-340E-8D73-BA34-764DAE6A91B0}"/>
              </a:ext>
            </a:extLst>
          </p:cNvPr>
          <p:cNvSpPr/>
          <p:nvPr/>
        </p:nvSpPr>
        <p:spPr>
          <a:xfrm>
            <a:off x="5978870" y="4504736"/>
            <a:ext cx="182880" cy="155448"/>
          </a:xfrm>
          <a:prstGeom prst="rect">
            <a:avLst/>
          </a:prstGeom>
          <a:noFill/>
          <a:ln/>
        </p:spPr>
        <p:txBody>
          <a:bodyPr wrap="square" lIns="0" tIns="0" rIns="0" bIns="0" rtlCol="0" anchor="ctr"/>
          <a:lstStyle/>
          <a:p>
            <a:pPr marL="0" indent="0" algn="ctr">
              <a:buNone/>
            </a:pPr>
            <a:r>
              <a:rPr lang="en-US" sz="730" b="1">
                <a:solidFill>
                  <a:srgbClr val="213547"/>
                </a:solidFill>
                <a:latin typeface="Aptos" pitchFamily="34" charset="0"/>
                <a:ea typeface="Aptos" pitchFamily="34" charset="-122"/>
                <a:cs typeface="Aptos" pitchFamily="34" charset="-120"/>
              </a:rPr>
              <a:t>F3</a:t>
            </a:r>
            <a:endParaRPr lang="en-US" sz="730"/>
          </a:p>
        </p:txBody>
      </p:sp>
      <p:sp>
        <p:nvSpPr>
          <p:cNvPr id="774" name="Shape 122">
            <a:extLst>
              <a:ext uri="{FF2B5EF4-FFF2-40B4-BE49-F238E27FC236}">
                <a16:creationId xmlns:a16="http://schemas.microsoft.com/office/drawing/2014/main" id="{0927418E-9A39-66FF-636A-3CF9AE1C950C}"/>
              </a:ext>
            </a:extLst>
          </p:cNvPr>
          <p:cNvSpPr/>
          <p:nvPr/>
        </p:nvSpPr>
        <p:spPr>
          <a:xfrm>
            <a:off x="6372062" y="3558332"/>
            <a:ext cx="310896" cy="1298442"/>
          </a:xfrm>
          <a:prstGeom prst="roundRect">
            <a:avLst>
              <a:gd name="adj" fmla="val 11765"/>
            </a:avLst>
          </a:prstGeom>
          <a:solidFill>
            <a:srgbClr val="F8FAFC"/>
          </a:solidFill>
          <a:ln w="12700">
            <a:solidFill>
              <a:srgbClr val="D7DEE7"/>
            </a:solidFill>
            <a:prstDash val="solid"/>
          </a:ln>
        </p:spPr>
        <p:txBody>
          <a:bodyPr/>
          <a:lstStyle/>
          <a:p>
            <a:endParaRPr lang="en-US"/>
          </a:p>
        </p:txBody>
      </p:sp>
      <p:sp>
        <p:nvSpPr>
          <p:cNvPr id="775" name="Text 123">
            <a:extLst>
              <a:ext uri="{FF2B5EF4-FFF2-40B4-BE49-F238E27FC236}">
                <a16:creationId xmlns:a16="http://schemas.microsoft.com/office/drawing/2014/main" id="{A073B875-8450-D283-E561-7E1E29B0495C}"/>
              </a:ext>
            </a:extLst>
          </p:cNvPr>
          <p:cNvSpPr/>
          <p:nvPr/>
        </p:nvSpPr>
        <p:spPr>
          <a:xfrm>
            <a:off x="6372062" y="3412028"/>
            <a:ext cx="310896" cy="128016"/>
          </a:xfrm>
          <a:prstGeom prst="rect">
            <a:avLst/>
          </a:prstGeom>
          <a:noFill/>
          <a:ln/>
        </p:spPr>
        <p:txBody>
          <a:bodyPr wrap="square" lIns="0" tIns="0" rIns="0" bIns="0" rtlCol="0" anchor="ctr"/>
          <a:lstStyle/>
          <a:p>
            <a:pPr marL="0" indent="0" algn="ctr">
              <a:buNone/>
            </a:pPr>
            <a:r>
              <a:rPr lang="en-US" sz="730" b="1">
                <a:solidFill>
                  <a:srgbClr val="213547"/>
                </a:solidFill>
                <a:latin typeface="Aptos" pitchFamily="34" charset="0"/>
                <a:ea typeface="Aptos" pitchFamily="34" charset="-122"/>
                <a:cs typeface="Aptos" pitchFamily="34" charset="-120"/>
              </a:rPr>
              <a:t>R3</a:t>
            </a:r>
            <a:endParaRPr lang="en-US" sz="730"/>
          </a:p>
        </p:txBody>
      </p:sp>
      <p:sp>
        <p:nvSpPr>
          <p:cNvPr id="776" name="Shape 124">
            <a:extLst>
              <a:ext uri="{FF2B5EF4-FFF2-40B4-BE49-F238E27FC236}">
                <a16:creationId xmlns:a16="http://schemas.microsoft.com/office/drawing/2014/main" id="{2E496192-F2B7-D6BF-718B-F1C194A40860}"/>
              </a:ext>
            </a:extLst>
          </p:cNvPr>
          <p:cNvSpPr/>
          <p:nvPr/>
        </p:nvSpPr>
        <p:spPr>
          <a:xfrm>
            <a:off x="6436070" y="3732068"/>
            <a:ext cx="182880" cy="164592"/>
          </a:xfrm>
          <a:prstGeom prst="roundRect">
            <a:avLst>
              <a:gd name="adj" fmla="val 16667"/>
            </a:avLst>
          </a:prstGeom>
          <a:solidFill>
            <a:srgbClr val="D9CCE7"/>
          </a:solidFill>
          <a:ln w="12700">
            <a:solidFill>
              <a:srgbClr val="D9CCE7"/>
            </a:solidFill>
            <a:prstDash val="solid"/>
          </a:ln>
        </p:spPr>
        <p:txBody>
          <a:bodyPr/>
          <a:lstStyle/>
          <a:p>
            <a:endParaRPr lang="en-US"/>
          </a:p>
        </p:txBody>
      </p:sp>
      <p:sp>
        <p:nvSpPr>
          <p:cNvPr id="777" name="Text 125">
            <a:extLst>
              <a:ext uri="{FF2B5EF4-FFF2-40B4-BE49-F238E27FC236}">
                <a16:creationId xmlns:a16="http://schemas.microsoft.com/office/drawing/2014/main" id="{7055348D-E44E-19D6-FDC9-692413DC0698}"/>
              </a:ext>
            </a:extLst>
          </p:cNvPr>
          <p:cNvSpPr/>
          <p:nvPr/>
        </p:nvSpPr>
        <p:spPr>
          <a:xfrm>
            <a:off x="6436070" y="3736640"/>
            <a:ext cx="182880" cy="155448"/>
          </a:xfrm>
          <a:prstGeom prst="rect">
            <a:avLst/>
          </a:prstGeom>
          <a:noFill/>
          <a:ln/>
        </p:spPr>
        <p:txBody>
          <a:bodyPr wrap="square" lIns="0" tIns="0" rIns="0" bIns="0" rtlCol="0" anchor="ctr"/>
          <a:lstStyle/>
          <a:p>
            <a:pPr marL="0" indent="0" algn="ctr">
              <a:buNone/>
            </a:pPr>
            <a:r>
              <a:rPr lang="en-US" sz="730" b="1">
                <a:solidFill>
                  <a:srgbClr val="213547"/>
                </a:solidFill>
                <a:latin typeface="Aptos" pitchFamily="34" charset="0"/>
                <a:ea typeface="Aptos" pitchFamily="34" charset="-122"/>
                <a:cs typeface="Aptos" pitchFamily="34" charset="-120"/>
              </a:rPr>
              <a:t>F1</a:t>
            </a:r>
            <a:endParaRPr lang="en-US" sz="730"/>
          </a:p>
        </p:txBody>
      </p:sp>
      <p:sp>
        <p:nvSpPr>
          <p:cNvPr id="778" name="Shape 126">
            <a:extLst>
              <a:ext uri="{FF2B5EF4-FFF2-40B4-BE49-F238E27FC236}">
                <a16:creationId xmlns:a16="http://schemas.microsoft.com/office/drawing/2014/main" id="{96B580DD-4927-B964-3C4B-6D53C5F323EF}"/>
              </a:ext>
            </a:extLst>
          </p:cNvPr>
          <p:cNvSpPr/>
          <p:nvPr/>
        </p:nvSpPr>
        <p:spPr>
          <a:xfrm>
            <a:off x="6436070" y="4116116"/>
            <a:ext cx="182880" cy="164592"/>
          </a:xfrm>
          <a:prstGeom prst="roundRect">
            <a:avLst>
              <a:gd name="adj" fmla="val 16667"/>
            </a:avLst>
          </a:prstGeom>
          <a:solidFill>
            <a:srgbClr val="A7BFD6"/>
          </a:solidFill>
          <a:ln w="12700">
            <a:solidFill>
              <a:srgbClr val="A7BFD6"/>
            </a:solidFill>
            <a:prstDash val="solid"/>
          </a:ln>
        </p:spPr>
        <p:txBody>
          <a:bodyPr/>
          <a:lstStyle/>
          <a:p>
            <a:endParaRPr lang="en-US"/>
          </a:p>
        </p:txBody>
      </p:sp>
      <p:sp>
        <p:nvSpPr>
          <p:cNvPr id="779" name="Text 127">
            <a:extLst>
              <a:ext uri="{FF2B5EF4-FFF2-40B4-BE49-F238E27FC236}">
                <a16:creationId xmlns:a16="http://schemas.microsoft.com/office/drawing/2014/main" id="{1B58C00C-5929-B439-B6E4-5B43E05459DA}"/>
              </a:ext>
            </a:extLst>
          </p:cNvPr>
          <p:cNvSpPr/>
          <p:nvPr/>
        </p:nvSpPr>
        <p:spPr>
          <a:xfrm>
            <a:off x="6436070" y="4120688"/>
            <a:ext cx="182880" cy="155448"/>
          </a:xfrm>
          <a:prstGeom prst="rect">
            <a:avLst/>
          </a:prstGeom>
          <a:noFill/>
          <a:ln/>
        </p:spPr>
        <p:txBody>
          <a:bodyPr wrap="square" lIns="0" tIns="0" rIns="0" bIns="0" rtlCol="0" anchor="ctr"/>
          <a:lstStyle/>
          <a:p>
            <a:pPr marL="0" indent="0" algn="ctr">
              <a:buNone/>
            </a:pPr>
            <a:r>
              <a:rPr lang="en-US" sz="730" b="1">
                <a:solidFill>
                  <a:srgbClr val="213547"/>
                </a:solidFill>
                <a:latin typeface="Aptos" pitchFamily="34" charset="0"/>
                <a:ea typeface="Aptos" pitchFamily="34" charset="-122"/>
                <a:cs typeface="Aptos" pitchFamily="34" charset="-120"/>
              </a:rPr>
              <a:t>F2</a:t>
            </a:r>
            <a:endParaRPr lang="en-US" sz="730"/>
          </a:p>
        </p:txBody>
      </p:sp>
      <p:sp>
        <p:nvSpPr>
          <p:cNvPr id="780" name="Shape 128">
            <a:extLst>
              <a:ext uri="{FF2B5EF4-FFF2-40B4-BE49-F238E27FC236}">
                <a16:creationId xmlns:a16="http://schemas.microsoft.com/office/drawing/2014/main" id="{04949A8D-D4F1-E62E-6EB9-B25F007353B4}"/>
              </a:ext>
            </a:extLst>
          </p:cNvPr>
          <p:cNvSpPr/>
          <p:nvPr/>
        </p:nvSpPr>
        <p:spPr>
          <a:xfrm>
            <a:off x="6436070" y="4500164"/>
            <a:ext cx="182880" cy="164592"/>
          </a:xfrm>
          <a:prstGeom prst="roundRect">
            <a:avLst>
              <a:gd name="adj" fmla="val 16667"/>
            </a:avLst>
          </a:prstGeom>
          <a:solidFill>
            <a:srgbClr val="BFD7D3"/>
          </a:solidFill>
          <a:ln w="12700">
            <a:solidFill>
              <a:srgbClr val="BFD7D3"/>
            </a:solidFill>
            <a:prstDash val="solid"/>
          </a:ln>
        </p:spPr>
        <p:txBody>
          <a:bodyPr/>
          <a:lstStyle/>
          <a:p>
            <a:endParaRPr lang="en-US"/>
          </a:p>
        </p:txBody>
      </p:sp>
      <p:sp>
        <p:nvSpPr>
          <p:cNvPr id="781" name="Text 129">
            <a:extLst>
              <a:ext uri="{FF2B5EF4-FFF2-40B4-BE49-F238E27FC236}">
                <a16:creationId xmlns:a16="http://schemas.microsoft.com/office/drawing/2014/main" id="{FAC4DF16-0DD9-497A-B5FC-A10539387D71}"/>
              </a:ext>
            </a:extLst>
          </p:cNvPr>
          <p:cNvSpPr/>
          <p:nvPr/>
        </p:nvSpPr>
        <p:spPr>
          <a:xfrm>
            <a:off x="6436070" y="4504736"/>
            <a:ext cx="182880" cy="155448"/>
          </a:xfrm>
          <a:prstGeom prst="rect">
            <a:avLst/>
          </a:prstGeom>
          <a:noFill/>
          <a:ln/>
        </p:spPr>
        <p:txBody>
          <a:bodyPr wrap="square" lIns="0" tIns="0" rIns="0" bIns="0" rtlCol="0" anchor="ctr"/>
          <a:lstStyle/>
          <a:p>
            <a:pPr marL="0" indent="0" algn="ctr">
              <a:buNone/>
            </a:pPr>
            <a:r>
              <a:rPr lang="en-US" sz="730" b="1">
                <a:solidFill>
                  <a:srgbClr val="213547"/>
                </a:solidFill>
                <a:latin typeface="Aptos" pitchFamily="34" charset="0"/>
                <a:ea typeface="Aptos" pitchFamily="34" charset="-122"/>
                <a:cs typeface="Aptos" pitchFamily="34" charset="-120"/>
              </a:rPr>
              <a:t>F3</a:t>
            </a:r>
            <a:endParaRPr lang="en-US" sz="730"/>
          </a:p>
        </p:txBody>
      </p:sp>
      <p:sp>
        <p:nvSpPr>
          <p:cNvPr id="782" name="Text 130">
            <a:extLst>
              <a:ext uri="{FF2B5EF4-FFF2-40B4-BE49-F238E27FC236}">
                <a16:creationId xmlns:a16="http://schemas.microsoft.com/office/drawing/2014/main" id="{961B6C38-CBC3-010C-8E0A-6D71A8DF8023}"/>
              </a:ext>
            </a:extLst>
          </p:cNvPr>
          <p:cNvSpPr/>
          <p:nvPr/>
        </p:nvSpPr>
        <p:spPr>
          <a:xfrm>
            <a:off x="5347934" y="5018278"/>
            <a:ext cx="1517904" cy="402329"/>
          </a:xfrm>
          <a:prstGeom prst="rect">
            <a:avLst/>
          </a:prstGeom>
          <a:noFill/>
          <a:ln/>
        </p:spPr>
        <p:txBody>
          <a:bodyPr wrap="square" lIns="0" tIns="0" rIns="0" bIns="0" rtlCol="0" anchor="ctr"/>
          <a:lstStyle/>
          <a:p>
            <a:pPr marL="0" indent="0" algn="ctr">
              <a:buNone/>
            </a:pPr>
            <a:r>
              <a:rPr lang="en-US" sz="800">
                <a:solidFill>
                  <a:srgbClr val="5F6B7A"/>
                </a:solidFill>
                <a:latin typeface="Aptos" pitchFamily="34" charset="0"/>
                <a:ea typeface="Aptos" pitchFamily="34" charset="-122"/>
                <a:cs typeface="Aptos" pitchFamily="34" charset="-120"/>
              </a:rPr>
              <a:t>Different seeds help reduce dependence on any one split</a:t>
            </a:r>
            <a:endParaRPr lang="en-US" sz="800"/>
          </a:p>
        </p:txBody>
      </p:sp>
      <p:sp>
        <p:nvSpPr>
          <p:cNvPr id="783" name="Shape 131">
            <a:extLst>
              <a:ext uri="{FF2B5EF4-FFF2-40B4-BE49-F238E27FC236}">
                <a16:creationId xmlns:a16="http://schemas.microsoft.com/office/drawing/2014/main" id="{B63D8D0B-84B0-9470-2641-FCD7A960C4A9}"/>
              </a:ext>
            </a:extLst>
          </p:cNvPr>
          <p:cNvSpPr/>
          <p:nvPr/>
        </p:nvSpPr>
        <p:spPr>
          <a:xfrm>
            <a:off x="7332182" y="2954828"/>
            <a:ext cx="950976" cy="310896"/>
          </a:xfrm>
          <a:prstGeom prst="roundRect">
            <a:avLst>
              <a:gd name="adj" fmla="val 14706"/>
            </a:avLst>
          </a:prstGeom>
          <a:solidFill>
            <a:srgbClr val="D6D2E8"/>
          </a:solidFill>
          <a:ln w="12700">
            <a:solidFill>
              <a:srgbClr val="D6D2E8"/>
            </a:solidFill>
            <a:prstDash val="solid"/>
          </a:ln>
        </p:spPr>
        <p:txBody>
          <a:bodyPr/>
          <a:lstStyle/>
          <a:p>
            <a:endParaRPr lang="en-US"/>
          </a:p>
        </p:txBody>
      </p:sp>
      <p:sp>
        <p:nvSpPr>
          <p:cNvPr id="784" name="Text 132">
            <a:extLst>
              <a:ext uri="{FF2B5EF4-FFF2-40B4-BE49-F238E27FC236}">
                <a16:creationId xmlns:a16="http://schemas.microsoft.com/office/drawing/2014/main" id="{B61565CA-E45E-C2CE-F94D-4652584798A2}"/>
              </a:ext>
            </a:extLst>
          </p:cNvPr>
          <p:cNvSpPr/>
          <p:nvPr/>
        </p:nvSpPr>
        <p:spPr>
          <a:xfrm>
            <a:off x="7332182" y="2965278"/>
            <a:ext cx="950976" cy="301752"/>
          </a:xfrm>
          <a:prstGeom prst="rect">
            <a:avLst/>
          </a:prstGeom>
          <a:noFill/>
          <a:ln/>
        </p:spPr>
        <p:txBody>
          <a:bodyPr wrap="square" lIns="0" tIns="0" rIns="0" bIns="0" rtlCol="0" anchor="ctr"/>
          <a:lstStyle/>
          <a:p>
            <a:pPr marL="0" indent="0" algn="ctr">
              <a:buNone/>
            </a:pPr>
            <a:r>
              <a:rPr lang="en-US" sz="900" b="1">
                <a:solidFill>
                  <a:srgbClr val="213547"/>
                </a:solidFill>
                <a:latin typeface="Aptos" pitchFamily="34" charset="0"/>
                <a:ea typeface="Aptos" pitchFamily="34" charset="-122"/>
                <a:cs typeface="Aptos" pitchFamily="34" charset="-120"/>
              </a:rPr>
              <a:t>Train</a:t>
            </a:r>
            <a:endParaRPr lang="en-US" sz="900"/>
          </a:p>
        </p:txBody>
      </p:sp>
      <p:sp>
        <p:nvSpPr>
          <p:cNvPr id="785" name="Text 133">
            <a:extLst>
              <a:ext uri="{FF2B5EF4-FFF2-40B4-BE49-F238E27FC236}">
                <a16:creationId xmlns:a16="http://schemas.microsoft.com/office/drawing/2014/main" id="{FA3DDD9A-6B11-5FF1-F07D-196DF091C578}"/>
              </a:ext>
            </a:extLst>
          </p:cNvPr>
          <p:cNvSpPr/>
          <p:nvPr/>
        </p:nvSpPr>
        <p:spPr>
          <a:xfrm>
            <a:off x="7332182" y="3321894"/>
            <a:ext cx="950976" cy="128016"/>
          </a:xfrm>
          <a:prstGeom prst="rect">
            <a:avLst/>
          </a:prstGeom>
          <a:noFill/>
          <a:ln/>
        </p:spPr>
        <p:txBody>
          <a:bodyPr wrap="square" lIns="0" tIns="0" rIns="0" bIns="0" rtlCol="0" anchor="ctr"/>
          <a:lstStyle/>
          <a:p>
            <a:pPr marL="0" indent="0" algn="ctr">
              <a:buNone/>
            </a:pPr>
            <a:r>
              <a:rPr lang="en-US" sz="800">
                <a:solidFill>
                  <a:srgbClr val="5F6B7A"/>
                </a:solidFill>
                <a:latin typeface="Aptos" pitchFamily="34" charset="0"/>
                <a:ea typeface="Aptos" pitchFamily="34" charset="-122"/>
                <a:cs typeface="Aptos" pitchFamily="34" charset="-120"/>
              </a:rPr>
              <a:t>K−1 folds</a:t>
            </a:r>
            <a:endParaRPr lang="en-US" sz="800"/>
          </a:p>
        </p:txBody>
      </p:sp>
      <p:sp>
        <p:nvSpPr>
          <p:cNvPr id="786" name="Shape 134">
            <a:extLst>
              <a:ext uri="{FF2B5EF4-FFF2-40B4-BE49-F238E27FC236}">
                <a16:creationId xmlns:a16="http://schemas.microsoft.com/office/drawing/2014/main" id="{A96E7F4D-5DD2-5A79-147A-ADC4B91D58F0}"/>
              </a:ext>
            </a:extLst>
          </p:cNvPr>
          <p:cNvSpPr/>
          <p:nvPr/>
        </p:nvSpPr>
        <p:spPr>
          <a:xfrm>
            <a:off x="7487630" y="3500202"/>
            <a:ext cx="640080" cy="100584"/>
          </a:xfrm>
          <a:prstGeom prst="roundRect">
            <a:avLst>
              <a:gd name="adj" fmla="val 27273"/>
            </a:avLst>
          </a:prstGeom>
          <a:solidFill>
            <a:srgbClr val="A7BFD6"/>
          </a:solidFill>
          <a:ln w="12700">
            <a:solidFill>
              <a:srgbClr val="A7BFD6"/>
            </a:solidFill>
            <a:prstDash val="solid"/>
          </a:ln>
        </p:spPr>
        <p:txBody>
          <a:bodyPr/>
          <a:lstStyle/>
          <a:p>
            <a:endParaRPr lang="en-US"/>
          </a:p>
        </p:txBody>
      </p:sp>
      <p:sp>
        <p:nvSpPr>
          <p:cNvPr id="787" name="Shape 135">
            <a:extLst>
              <a:ext uri="{FF2B5EF4-FFF2-40B4-BE49-F238E27FC236}">
                <a16:creationId xmlns:a16="http://schemas.microsoft.com/office/drawing/2014/main" id="{5C04B189-F288-69DF-2866-36E24CF7D8C9}"/>
              </a:ext>
            </a:extLst>
          </p:cNvPr>
          <p:cNvSpPr/>
          <p:nvPr/>
        </p:nvSpPr>
        <p:spPr>
          <a:xfrm>
            <a:off x="7487630" y="3673270"/>
            <a:ext cx="640080" cy="100584"/>
          </a:xfrm>
          <a:prstGeom prst="roundRect">
            <a:avLst>
              <a:gd name="adj" fmla="val 27273"/>
            </a:avLst>
          </a:prstGeom>
          <a:solidFill>
            <a:srgbClr val="BFD7D3"/>
          </a:solidFill>
          <a:ln w="12700">
            <a:solidFill>
              <a:srgbClr val="BFD7D3"/>
            </a:solidFill>
            <a:prstDash val="solid"/>
          </a:ln>
        </p:spPr>
        <p:txBody>
          <a:bodyPr/>
          <a:lstStyle/>
          <a:p>
            <a:endParaRPr lang="en-US"/>
          </a:p>
        </p:txBody>
      </p:sp>
      <p:sp>
        <p:nvSpPr>
          <p:cNvPr id="788" name="Shape 136">
            <a:extLst>
              <a:ext uri="{FF2B5EF4-FFF2-40B4-BE49-F238E27FC236}">
                <a16:creationId xmlns:a16="http://schemas.microsoft.com/office/drawing/2014/main" id="{860A232C-5B25-436F-E70C-B9186B0867AD}"/>
              </a:ext>
            </a:extLst>
          </p:cNvPr>
          <p:cNvSpPr/>
          <p:nvPr/>
        </p:nvSpPr>
        <p:spPr>
          <a:xfrm>
            <a:off x="7807670" y="3800648"/>
            <a:ext cx="0" cy="265176"/>
          </a:xfrm>
          <a:prstGeom prst="line">
            <a:avLst/>
          </a:prstGeom>
          <a:noFill/>
          <a:ln w="12700">
            <a:solidFill>
              <a:srgbClr val="9AA9B8"/>
            </a:solidFill>
            <a:prstDash val="solid"/>
            <a:tailEnd type="triangle"/>
          </a:ln>
        </p:spPr>
        <p:txBody>
          <a:bodyPr/>
          <a:lstStyle/>
          <a:p>
            <a:endParaRPr lang="en-US"/>
          </a:p>
        </p:txBody>
      </p:sp>
      <p:sp>
        <p:nvSpPr>
          <p:cNvPr id="789" name="Shape 137">
            <a:extLst>
              <a:ext uri="{FF2B5EF4-FFF2-40B4-BE49-F238E27FC236}">
                <a16:creationId xmlns:a16="http://schemas.microsoft.com/office/drawing/2014/main" id="{C6BDF4C9-7F61-935F-111F-5DF0D60DE1E0}"/>
              </a:ext>
            </a:extLst>
          </p:cNvPr>
          <p:cNvSpPr/>
          <p:nvPr/>
        </p:nvSpPr>
        <p:spPr>
          <a:xfrm>
            <a:off x="7414478" y="4101078"/>
            <a:ext cx="786384" cy="310896"/>
          </a:xfrm>
          <a:prstGeom prst="roundRect">
            <a:avLst>
              <a:gd name="adj" fmla="val 14706"/>
            </a:avLst>
          </a:prstGeom>
          <a:solidFill>
            <a:srgbClr val="DCE7F1"/>
          </a:solidFill>
          <a:ln w="12700">
            <a:solidFill>
              <a:srgbClr val="DCE7F1"/>
            </a:solidFill>
            <a:prstDash val="solid"/>
          </a:ln>
        </p:spPr>
        <p:txBody>
          <a:bodyPr/>
          <a:lstStyle/>
          <a:p>
            <a:endParaRPr lang="en-US"/>
          </a:p>
        </p:txBody>
      </p:sp>
      <p:sp>
        <p:nvSpPr>
          <p:cNvPr id="790" name="Text 138">
            <a:extLst>
              <a:ext uri="{FF2B5EF4-FFF2-40B4-BE49-F238E27FC236}">
                <a16:creationId xmlns:a16="http://schemas.microsoft.com/office/drawing/2014/main" id="{79B6D353-FCF2-4C5A-158F-9EB59AF4B906}"/>
              </a:ext>
            </a:extLst>
          </p:cNvPr>
          <p:cNvSpPr/>
          <p:nvPr/>
        </p:nvSpPr>
        <p:spPr>
          <a:xfrm>
            <a:off x="7414478" y="4145049"/>
            <a:ext cx="786384" cy="214884"/>
          </a:xfrm>
          <a:prstGeom prst="rect">
            <a:avLst/>
          </a:prstGeom>
          <a:noFill/>
          <a:ln/>
        </p:spPr>
        <p:txBody>
          <a:bodyPr wrap="square" lIns="0" tIns="0" rIns="0" bIns="0" rtlCol="0" anchor="ctr"/>
          <a:lstStyle/>
          <a:p>
            <a:pPr marL="0" indent="0" algn="ctr">
              <a:buNone/>
            </a:pPr>
            <a:r>
              <a:rPr lang="en-US" sz="830" b="1">
                <a:solidFill>
                  <a:srgbClr val="213547"/>
                </a:solidFill>
                <a:latin typeface="Aptos" pitchFamily="34" charset="0"/>
                <a:ea typeface="Aptos" pitchFamily="34" charset="-122"/>
                <a:cs typeface="Aptos" pitchFamily="34" charset="-120"/>
              </a:rPr>
              <a:t>Held-out fold</a:t>
            </a:r>
            <a:endParaRPr lang="en-US" sz="830"/>
          </a:p>
        </p:txBody>
      </p:sp>
      <p:sp>
        <p:nvSpPr>
          <p:cNvPr id="791" name="Shape 139">
            <a:extLst>
              <a:ext uri="{FF2B5EF4-FFF2-40B4-BE49-F238E27FC236}">
                <a16:creationId xmlns:a16="http://schemas.microsoft.com/office/drawing/2014/main" id="{3ED6032E-0DB7-5167-1A7C-EE23A38F852D}"/>
              </a:ext>
            </a:extLst>
          </p:cNvPr>
          <p:cNvSpPr/>
          <p:nvPr/>
        </p:nvSpPr>
        <p:spPr>
          <a:xfrm>
            <a:off x="7579070" y="4463588"/>
            <a:ext cx="457200" cy="109728"/>
          </a:xfrm>
          <a:prstGeom prst="roundRect">
            <a:avLst>
              <a:gd name="adj" fmla="val 25000"/>
            </a:avLst>
          </a:prstGeom>
          <a:solidFill>
            <a:srgbClr val="D9CCE7"/>
          </a:solidFill>
          <a:ln w="12700">
            <a:solidFill>
              <a:srgbClr val="D9CCE7"/>
            </a:solidFill>
            <a:prstDash val="solid"/>
          </a:ln>
        </p:spPr>
        <p:txBody>
          <a:bodyPr/>
          <a:lstStyle/>
          <a:p>
            <a:endParaRPr lang="en-US"/>
          </a:p>
        </p:txBody>
      </p:sp>
      <p:sp>
        <p:nvSpPr>
          <p:cNvPr id="792" name="Text 140">
            <a:extLst>
              <a:ext uri="{FF2B5EF4-FFF2-40B4-BE49-F238E27FC236}">
                <a16:creationId xmlns:a16="http://schemas.microsoft.com/office/drawing/2014/main" id="{0809AB17-B019-3469-52B0-048E80B7A18C}"/>
              </a:ext>
            </a:extLst>
          </p:cNvPr>
          <p:cNvSpPr/>
          <p:nvPr/>
        </p:nvSpPr>
        <p:spPr>
          <a:xfrm>
            <a:off x="7579070" y="4468813"/>
            <a:ext cx="457200" cy="100584"/>
          </a:xfrm>
          <a:prstGeom prst="rect">
            <a:avLst/>
          </a:prstGeom>
          <a:noFill/>
          <a:ln/>
        </p:spPr>
        <p:txBody>
          <a:bodyPr wrap="square" lIns="0" tIns="0" rIns="0" bIns="0" rtlCol="0" anchor="ctr"/>
          <a:lstStyle/>
          <a:p>
            <a:pPr marL="0" indent="0" algn="ctr">
              <a:buNone/>
            </a:pPr>
            <a:r>
              <a:rPr lang="en-US" sz="730" b="1">
                <a:solidFill>
                  <a:srgbClr val="213547"/>
                </a:solidFill>
                <a:latin typeface="Aptos" pitchFamily="34" charset="0"/>
                <a:ea typeface="Aptos" pitchFamily="34" charset="-122"/>
                <a:cs typeface="Aptos" pitchFamily="34" charset="-120"/>
              </a:rPr>
              <a:t>F3</a:t>
            </a:r>
            <a:endParaRPr lang="en-US" sz="730"/>
          </a:p>
        </p:txBody>
      </p:sp>
      <p:sp>
        <p:nvSpPr>
          <p:cNvPr id="793" name="Shape 141">
            <a:extLst>
              <a:ext uri="{FF2B5EF4-FFF2-40B4-BE49-F238E27FC236}">
                <a16:creationId xmlns:a16="http://schemas.microsoft.com/office/drawing/2014/main" id="{A1AF593C-E79D-486E-B368-B65F1CE1C906}"/>
              </a:ext>
            </a:extLst>
          </p:cNvPr>
          <p:cNvSpPr/>
          <p:nvPr/>
        </p:nvSpPr>
        <p:spPr>
          <a:xfrm>
            <a:off x="7807670" y="4600748"/>
            <a:ext cx="0" cy="256032"/>
          </a:xfrm>
          <a:prstGeom prst="line">
            <a:avLst/>
          </a:prstGeom>
          <a:noFill/>
          <a:ln w="12700">
            <a:solidFill>
              <a:srgbClr val="9AA9B8"/>
            </a:solidFill>
            <a:prstDash val="solid"/>
            <a:tailEnd type="triangle"/>
          </a:ln>
        </p:spPr>
        <p:txBody>
          <a:bodyPr/>
          <a:lstStyle/>
          <a:p>
            <a:endParaRPr lang="en-US"/>
          </a:p>
        </p:txBody>
      </p:sp>
      <p:sp>
        <p:nvSpPr>
          <p:cNvPr id="794" name="Shape 142">
            <a:extLst>
              <a:ext uri="{FF2B5EF4-FFF2-40B4-BE49-F238E27FC236}">
                <a16:creationId xmlns:a16="http://schemas.microsoft.com/office/drawing/2014/main" id="{C07A2297-21DF-8864-25DB-0CC3E1AFA5D5}"/>
              </a:ext>
            </a:extLst>
          </p:cNvPr>
          <p:cNvSpPr/>
          <p:nvPr/>
        </p:nvSpPr>
        <p:spPr>
          <a:xfrm>
            <a:off x="7332182" y="4893356"/>
            <a:ext cx="950976" cy="310896"/>
          </a:xfrm>
          <a:prstGeom prst="roundRect">
            <a:avLst>
              <a:gd name="adj" fmla="val 14706"/>
            </a:avLst>
          </a:prstGeom>
          <a:solidFill>
            <a:srgbClr val="D7E3D9"/>
          </a:solidFill>
          <a:ln w="12700">
            <a:solidFill>
              <a:srgbClr val="D7E3D9"/>
            </a:solidFill>
            <a:prstDash val="solid"/>
          </a:ln>
        </p:spPr>
        <p:txBody>
          <a:bodyPr/>
          <a:lstStyle/>
          <a:p>
            <a:endParaRPr lang="en-US"/>
          </a:p>
        </p:txBody>
      </p:sp>
      <p:sp>
        <p:nvSpPr>
          <p:cNvPr id="795" name="Text 143">
            <a:extLst>
              <a:ext uri="{FF2B5EF4-FFF2-40B4-BE49-F238E27FC236}">
                <a16:creationId xmlns:a16="http://schemas.microsoft.com/office/drawing/2014/main" id="{FFBD8207-26EB-00A6-B4B8-1AEB2F09A3DE}"/>
              </a:ext>
            </a:extLst>
          </p:cNvPr>
          <p:cNvSpPr/>
          <p:nvPr/>
        </p:nvSpPr>
        <p:spPr>
          <a:xfrm>
            <a:off x="7332182" y="4905822"/>
            <a:ext cx="950976" cy="301752"/>
          </a:xfrm>
          <a:prstGeom prst="rect">
            <a:avLst/>
          </a:prstGeom>
          <a:noFill/>
          <a:ln/>
        </p:spPr>
        <p:txBody>
          <a:bodyPr wrap="square" lIns="0" tIns="0" rIns="0" bIns="0" rtlCol="0" anchor="ctr"/>
          <a:lstStyle/>
          <a:p>
            <a:pPr marL="0" indent="0" algn="ctr">
              <a:buNone/>
            </a:pPr>
            <a:r>
              <a:rPr lang="en-US" sz="790" b="1">
                <a:solidFill>
                  <a:srgbClr val="213547"/>
                </a:solidFill>
                <a:latin typeface="Aptos" pitchFamily="34" charset="0"/>
                <a:ea typeface="Aptos" pitchFamily="34" charset="-122"/>
                <a:cs typeface="Aptos" pitchFamily="34" charset="-120"/>
              </a:rPr>
              <a:t>Out-of-fold prediction</a:t>
            </a:r>
            <a:endParaRPr lang="en-US" sz="790"/>
          </a:p>
        </p:txBody>
      </p:sp>
      <p:sp>
        <p:nvSpPr>
          <p:cNvPr id="796" name="Text 144">
            <a:extLst>
              <a:ext uri="{FF2B5EF4-FFF2-40B4-BE49-F238E27FC236}">
                <a16:creationId xmlns:a16="http://schemas.microsoft.com/office/drawing/2014/main" id="{0B8D6190-F826-6BAF-06E5-5E433A2C4C47}"/>
              </a:ext>
            </a:extLst>
          </p:cNvPr>
          <p:cNvSpPr/>
          <p:nvPr/>
        </p:nvSpPr>
        <p:spPr>
          <a:xfrm>
            <a:off x="7048718" y="5235086"/>
            <a:ext cx="1517904" cy="743003"/>
          </a:xfrm>
          <a:prstGeom prst="rect">
            <a:avLst/>
          </a:prstGeom>
          <a:noFill/>
          <a:ln/>
        </p:spPr>
        <p:txBody>
          <a:bodyPr wrap="square" lIns="0" tIns="0" rIns="0" bIns="0" rtlCol="0" anchor="ctr"/>
          <a:lstStyle/>
          <a:p>
            <a:pPr algn="ctr"/>
            <a:r>
              <a:rPr lang="en-US" sz="800">
                <a:solidFill>
                  <a:srgbClr val="5F6B7A"/>
                </a:solidFill>
                <a:latin typeface="Aptos" pitchFamily="34" charset="0"/>
                <a:ea typeface="Aptos" pitchFamily="34" charset="-122"/>
                <a:cs typeface="Aptos" pitchFamily="34" charset="-120"/>
              </a:rPr>
              <a:t>Within each repeat, the model is fit, tuned, and the selected version generates the predictions used to build the benchmark</a:t>
            </a:r>
          </a:p>
        </p:txBody>
      </p:sp>
      <p:sp>
        <p:nvSpPr>
          <p:cNvPr id="797" name="Text 145">
            <a:extLst>
              <a:ext uri="{FF2B5EF4-FFF2-40B4-BE49-F238E27FC236}">
                <a16:creationId xmlns:a16="http://schemas.microsoft.com/office/drawing/2014/main" id="{C3E2CBE9-0265-81E6-2322-73127C1030BC}"/>
              </a:ext>
            </a:extLst>
          </p:cNvPr>
          <p:cNvSpPr/>
          <p:nvPr/>
        </p:nvSpPr>
        <p:spPr>
          <a:xfrm>
            <a:off x="8804366" y="2991404"/>
            <a:ext cx="1408176" cy="310896"/>
          </a:xfrm>
          <a:prstGeom prst="rect">
            <a:avLst/>
          </a:prstGeom>
          <a:noFill/>
          <a:ln/>
        </p:spPr>
        <p:txBody>
          <a:bodyPr wrap="square" lIns="0" tIns="0" rIns="0" bIns="0" rtlCol="0" anchor="ctr"/>
          <a:lstStyle/>
          <a:p>
            <a:pPr marL="0" indent="0" algn="ctr">
              <a:buNone/>
            </a:pPr>
            <a:r>
              <a:rPr lang="en-US" sz="840" b="1">
                <a:solidFill>
                  <a:srgbClr val="213547"/>
                </a:solidFill>
                <a:latin typeface="Aptos" pitchFamily="34" charset="0"/>
                <a:ea typeface="Aptos" pitchFamily="34" charset="-122"/>
                <a:cs typeface="Aptos" pitchFamily="34" charset="-120"/>
              </a:rPr>
              <a:t>Average out-of-fold predictions across repeats</a:t>
            </a:r>
            <a:endParaRPr lang="en-US" sz="840"/>
          </a:p>
        </p:txBody>
      </p:sp>
      <p:sp>
        <p:nvSpPr>
          <p:cNvPr id="798" name="Shape 146">
            <a:extLst>
              <a:ext uri="{FF2B5EF4-FFF2-40B4-BE49-F238E27FC236}">
                <a16:creationId xmlns:a16="http://schemas.microsoft.com/office/drawing/2014/main" id="{52EA99F0-9C00-453B-E334-B37DC6980818}"/>
              </a:ext>
            </a:extLst>
          </p:cNvPr>
          <p:cNvSpPr/>
          <p:nvPr/>
        </p:nvSpPr>
        <p:spPr>
          <a:xfrm>
            <a:off x="9096974" y="3540044"/>
            <a:ext cx="512064" cy="219456"/>
          </a:xfrm>
          <a:prstGeom prst="roundRect">
            <a:avLst>
              <a:gd name="adj" fmla="val 20833"/>
            </a:avLst>
          </a:prstGeom>
          <a:solidFill>
            <a:srgbClr val="A7BFD6"/>
          </a:solidFill>
          <a:ln w="12700">
            <a:solidFill>
              <a:srgbClr val="A7BFD6"/>
            </a:solidFill>
            <a:prstDash val="solid"/>
          </a:ln>
        </p:spPr>
        <p:txBody>
          <a:bodyPr/>
          <a:lstStyle/>
          <a:p>
            <a:endParaRPr lang="en-US"/>
          </a:p>
        </p:txBody>
      </p:sp>
      <p:sp>
        <p:nvSpPr>
          <p:cNvPr id="799" name="Text 147">
            <a:extLst>
              <a:ext uri="{FF2B5EF4-FFF2-40B4-BE49-F238E27FC236}">
                <a16:creationId xmlns:a16="http://schemas.microsoft.com/office/drawing/2014/main" id="{CB584DFA-124F-8090-02CA-BAAD25E514D0}"/>
              </a:ext>
            </a:extLst>
          </p:cNvPr>
          <p:cNvSpPr/>
          <p:nvPr/>
        </p:nvSpPr>
        <p:spPr>
          <a:xfrm>
            <a:off x="9096974" y="3544616"/>
            <a:ext cx="512064" cy="210312"/>
          </a:xfrm>
          <a:prstGeom prst="rect">
            <a:avLst/>
          </a:prstGeom>
          <a:noFill/>
          <a:ln/>
        </p:spPr>
        <p:txBody>
          <a:bodyPr wrap="square" lIns="0" tIns="0" rIns="0" bIns="0" rtlCol="0" anchor="ctr"/>
          <a:lstStyle/>
          <a:p>
            <a:pPr marL="0" indent="0" algn="ctr">
              <a:buNone/>
            </a:pPr>
            <a:r>
              <a:rPr lang="en-US" sz="800">
                <a:solidFill>
                  <a:srgbClr val="213547"/>
                </a:solidFill>
                <a:latin typeface="Aptos" pitchFamily="34" charset="0"/>
                <a:ea typeface="Aptos" pitchFamily="34" charset="-122"/>
                <a:cs typeface="Aptos" pitchFamily="34" charset="-120"/>
              </a:rPr>
              <a:t>2664</a:t>
            </a:r>
            <a:endParaRPr lang="en-US" sz="800"/>
          </a:p>
        </p:txBody>
      </p:sp>
      <p:sp>
        <p:nvSpPr>
          <p:cNvPr id="800" name="Shape 149">
            <a:extLst>
              <a:ext uri="{FF2B5EF4-FFF2-40B4-BE49-F238E27FC236}">
                <a16:creationId xmlns:a16="http://schemas.microsoft.com/office/drawing/2014/main" id="{E385F9EC-8A97-655C-4B28-6AEE6897382B}"/>
              </a:ext>
            </a:extLst>
          </p:cNvPr>
          <p:cNvSpPr/>
          <p:nvPr/>
        </p:nvSpPr>
        <p:spPr>
          <a:xfrm>
            <a:off x="9096974" y="3924092"/>
            <a:ext cx="512064" cy="219456"/>
          </a:xfrm>
          <a:prstGeom prst="roundRect">
            <a:avLst>
              <a:gd name="adj" fmla="val 20833"/>
            </a:avLst>
          </a:prstGeom>
          <a:solidFill>
            <a:srgbClr val="BFD7D3"/>
          </a:solidFill>
          <a:ln w="12700">
            <a:solidFill>
              <a:srgbClr val="BFD7D3"/>
            </a:solidFill>
            <a:prstDash val="solid"/>
          </a:ln>
        </p:spPr>
        <p:txBody>
          <a:bodyPr/>
          <a:lstStyle/>
          <a:p>
            <a:endParaRPr lang="en-US"/>
          </a:p>
        </p:txBody>
      </p:sp>
      <p:sp>
        <p:nvSpPr>
          <p:cNvPr id="801" name="Text 150">
            <a:extLst>
              <a:ext uri="{FF2B5EF4-FFF2-40B4-BE49-F238E27FC236}">
                <a16:creationId xmlns:a16="http://schemas.microsoft.com/office/drawing/2014/main" id="{69AF5BC2-344C-C814-AE09-A002FEBB75DF}"/>
              </a:ext>
            </a:extLst>
          </p:cNvPr>
          <p:cNvSpPr/>
          <p:nvPr/>
        </p:nvSpPr>
        <p:spPr>
          <a:xfrm>
            <a:off x="9096974" y="3928664"/>
            <a:ext cx="512064" cy="210312"/>
          </a:xfrm>
          <a:prstGeom prst="rect">
            <a:avLst/>
          </a:prstGeom>
          <a:noFill/>
          <a:ln/>
        </p:spPr>
        <p:txBody>
          <a:bodyPr wrap="square" lIns="0" tIns="0" rIns="0" bIns="0" rtlCol="0" anchor="ctr"/>
          <a:lstStyle/>
          <a:p>
            <a:pPr marL="0" indent="0" algn="ctr">
              <a:buNone/>
            </a:pPr>
            <a:r>
              <a:rPr lang="en-US" sz="800">
                <a:solidFill>
                  <a:srgbClr val="213547"/>
                </a:solidFill>
                <a:latin typeface="Aptos" pitchFamily="34" charset="0"/>
                <a:ea typeface="Aptos" pitchFamily="34" charset="-122"/>
                <a:cs typeface="Aptos" pitchFamily="34" charset="-120"/>
              </a:rPr>
              <a:t>2555</a:t>
            </a:r>
            <a:endParaRPr lang="en-US" sz="800"/>
          </a:p>
        </p:txBody>
      </p:sp>
      <p:sp>
        <p:nvSpPr>
          <p:cNvPr id="802" name="Shape 151">
            <a:extLst>
              <a:ext uri="{FF2B5EF4-FFF2-40B4-BE49-F238E27FC236}">
                <a16:creationId xmlns:a16="http://schemas.microsoft.com/office/drawing/2014/main" id="{A4E38DB9-F832-AF58-D721-22070AECA44A}"/>
              </a:ext>
            </a:extLst>
          </p:cNvPr>
          <p:cNvSpPr/>
          <p:nvPr/>
        </p:nvSpPr>
        <p:spPr>
          <a:xfrm flipV="1">
            <a:off x="9636470" y="4029901"/>
            <a:ext cx="154142" cy="3919"/>
          </a:xfrm>
          <a:prstGeom prst="line">
            <a:avLst/>
          </a:prstGeom>
          <a:noFill/>
          <a:ln w="12700">
            <a:solidFill>
              <a:srgbClr val="9AA9B8"/>
            </a:solidFill>
            <a:prstDash val="solid"/>
          </a:ln>
        </p:spPr>
        <p:txBody>
          <a:bodyPr/>
          <a:lstStyle/>
          <a:p>
            <a:endParaRPr lang="en-US"/>
          </a:p>
        </p:txBody>
      </p:sp>
      <p:sp>
        <p:nvSpPr>
          <p:cNvPr id="803" name="Shape 152">
            <a:extLst>
              <a:ext uri="{FF2B5EF4-FFF2-40B4-BE49-F238E27FC236}">
                <a16:creationId xmlns:a16="http://schemas.microsoft.com/office/drawing/2014/main" id="{348D6081-B71C-7E42-99D1-3B06579BE637}"/>
              </a:ext>
            </a:extLst>
          </p:cNvPr>
          <p:cNvSpPr/>
          <p:nvPr/>
        </p:nvSpPr>
        <p:spPr>
          <a:xfrm>
            <a:off x="9096974" y="4308140"/>
            <a:ext cx="512064" cy="219456"/>
          </a:xfrm>
          <a:prstGeom prst="roundRect">
            <a:avLst>
              <a:gd name="adj" fmla="val 20833"/>
            </a:avLst>
          </a:prstGeom>
          <a:solidFill>
            <a:srgbClr val="D9CCE7"/>
          </a:solidFill>
          <a:ln w="12700">
            <a:solidFill>
              <a:srgbClr val="D9CCE7"/>
            </a:solidFill>
            <a:prstDash val="solid"/>
          </a:ln>
        </p:spPr>
        <p:txBody>
          <a:bodyPr/>
          <a:lstStyle/>
          <a:p>
            <a:endParaRPr lang="en-US"/>
          </a:p>
        </p:txBody>
      </p:sp>
      <p:sp>
        <p:nvSpPr>
          <p:cNvPr id="804" name="Text 153">
            <a:extLst>
              <a:ext uri="{FF2B5EF4-FFF2-40B4-BE49-F238E27FC236}">
                <a16:creationId xmlns:a16="http://schemas.microsoft.com/office/drawing/2014/main" id="{C7BC7D48-D318-B344-6744-EDFCB7F3253C}"/>
              </a:ext>
            </a:extLst>
          </p:cNvPr>
          <p:cNvSpPr/>
          <p:nvPr/>
        </p:nvSpPr>
        <p:spPr>
          <a:xfrm>
            <a:off x="9096974" y="4312712"/>
            <a:ext cx="512064" cy="210312"/>
          </a:xfrm>
          <a:prstGeom prst="rect">
            <a:avLst/>
          </a:prstGeom>
          <a:noFill/>
          <a:ln/>
        </p:spPr>
        <p:txBody>
          <a:bodyPr wrap="square" lIns="0" tIns="0" rIns="0" bIns="0" rtlCol="0" anchor="ctr"/>
          <a:lstStyle/>
          <a:p>
            <a:pPr marL="0" indent="0" algn="ctr">
              <a:buNone/>
            </a:pPr>
            <a:r>
              <a:rPr lang="en-US" sz="800">
                <a:solidFill>
                  <a:srgbClr val="213547"/>
                </a:solidFill>
                <a:latin typeface="Aptos" pitchFamily="34" charset="0"/>
                <a:ea typeface="Aptos" pitchFamily="34" charset="-122"/>
                <a:cs typeface="Aptos" pitchFamily="34" charset="-120"/>
              </a:rPr>
              <a:t>2601</a:t>
            </a:r>
            <a:endParaRPr lang="en-US" sz="800"/>
          </a:p>
        </p:txBody>
      </p:sp>
      <p:sp>
        <p:nvSpPr>
          <p:cNvPr id="805" name="Shape 154">
            <a:extLst>
              <a:ext uri="{FF2B5EF4-FFF2-40B4-BE49-F238E27FC236}">
                <a16:creationId xmlns:a16="http://schemas.microsoft.com/office/drawing/2014/main" id="{0E2FBF83-C88E-F5B2-2299-51CF9E7F9402}"/>
              </a:ext>
            </a:extLst>
          </p:cNvPr>
          <p:cNvSpPr/>
          <p:nvPr/>
        </p:nvSpPr>
        <p:spPr>
          <a:xfrm flipV="1">
            <a:off x="9636469" y="4244132"/>
            <a:ext cx="206393" cy="173736"/>
          </a:xfrm>
          <a:prstGeom prst="line">
            <a:avLst/>
          </a:prstGeom>
          <a:noFill/>
          <a:ln w="12700">
            <a:solidFill>
              <a:srgbClr val="9AA9B8"/>
            </a:solidFill>
            <a:prstDash val="solid"/>
          </a:ln>
        </p:spPr>
        <p:txBody>
          <a:bodyPr/>
          <a:lstStyle/>
          <a:p>
            <a:endParaRPr lang="en-US"/>
          </a:p>
        </p:txBody>
      </p:sp>
      <p:sp>
        <p:nvSpPr>
          <p:cNvPr id="806" name="Shape 155">
            <a:extLst>
              <a:ext uri="{FF2B5EF4-FFF2-40B4-BE49-F238E27FC236}">
                <a16:creationId xmlns:a16="http://schemas.microsoft.com/office/drawing/2014/main" id="{D239FF1A-F8FF-E7A7-72E1-4714A0C2CB92}"/>
              </a:ext>
            </a:extLst>
          </p:cNvPr>
          <p:cNvSpPr/>
          <p:nvPr/>
        </p:nvSpPr>
        <p:spPr>
          <a:xfrm>
            <a:off x="9860498" y="3910376"/>
            <a:ext cx="310896" cy="329184"/>
          </a:xfrm>
          <a:prstGeom prst="roundRect">
            <a:avLst>
              <a:gd name="adj" fmla="val 14706"/>
            </a:avLst>
          </a:prstGeom>
          <a:solidFill>
            <a:srgbClr val="D7E3D9"/>
          </a:solidFill>
          <a:ln w="12700">
            <a:solidFill>
              <a:srgbClr val="D7E3D9"/>
            </a:solidFill>
            <a:prstDash val="solid"/>
          </a:ln>
        </p:spPr>
        <p:txBody>
          <a:bodyPr/>
          <a:lstStyle/>
          <a:p>
            <a:endParaRPr lang="en-US"/>
          </a:p>
        </p:txBody>
      </p:sp>
      <p:sp>
        <p:nvSpPr>
          <p:cNvPr id="807" name="Text 156">
            <a:extLst>
              <a:ext uri="{FF2B5EF4-FFF2-40B4-BE49-F238E27FC236}">
                <a16:creationId xmlns:a16="http://schemas.microsoft.com/office/drawing/2014/main" id="{37393C15-AAA6-16FB-FC88-59062BAF6481}"/>
              </a:ext>
            </a:extLst>
          </p:cNvPr>
          <p:cNvSpPr/>
          <p:nvPr/>
        </p:nvSpPr>
        <p:spPr>
          <a:xfrm>
            <a:off x="9860498" y="3914948"/>
            <a:ext cx="310896" cy="320040"/>
          </a:xfrm>
          <a:prstGeom prst="rect">
            <a:avLst/>
          </a:prstGeom>
          <a:noFill/>
          <a:ln/>
        </p:spPr>
        <p:txBody>
          <a:bodyPr wrap="square" lIns="0" tIns="0" rIns="0" bIns="0" rtlCol="0" anchor="ctr"/>
          <a:lstStyle/>
          <a:p>
            <a:pPr marL="0" indent="0" algn="ctr">
              <a:buNone/>
            </a:pPr>
            <a:r>
              <a:rPr lang="en-US" sz="850" b="1">
                <a:solidFill>
                  <a:srgbClr val="213547"/>
                </a:solidFill>
                <a:latin typeface="Aptos" pitchFamily="34" charset="0"/>
                <a:ea typeface="Aptos" pitchFamily="34" charset="-122"/>
                <a:cs typeface="Aptos" pitchFamily="34" charset="-120"/>
              </a:rPr>
              <a:t>Avg</a:t>
            </a:r>
            <a:endParaRPr lang="en-US" sz="850"/>
          </a:p>
        </p:txBody>
      </p:sp>
      <p:sp>
        <p:nvSpPr>
          <p:cNvPr id="808" name="Shape 157">
            <a:extLst>
              <a:ext uri="{FF2B5EF4-FFF2-40B4-BE49-F238E27FC236}">
                <a16:creationId xmlns:a16="http://schemas.microsoft.com/office/drawing/2014/main" id="{F10B355F-A78E-105D-730C-256C6A798E1F}"/>
              </a:ext>
            </a:extLst>
          </p:cNvPr>
          <p:cNvSpPr/>
          <p:nvPr/>
        </p:nvSpPr>
        <p:spPr>
          <a:xfrm flipH="1">
            <a:off x="9477103" y="4305531"/>
            <a:ext cx="531223" cy="801179"/>
          </a:xfrm>
          <a:prstGeom prst="line">
            <a:avLst/>
          </a:prstGeom>
          <a:noFill/>
          <a:ln w="12700">
            <a:solidFill>
              <a:srgbClr val="9AA9B8"/>
            </a:solidFill>
            <a:prstDash val="solid"/>
            <a:tailEnd type="triangle"/>
          </a:ln>
        </p:spPr>
        <p:txBody>
          <a:bodyPr/>
          <a:lstStyle/>
          <a:p>
            <a:endParaRPr lang="en-US"/>
          </a:p>
        </p:txBody>
      </p:sp>
      <p:sp>
        <p:nvSpPr>
          <p:cNvPr id="809" name="Shape 158">
            <a:extLst>
              <a:ext uri="{FF2B5EF4-FFF2-40B4-BE49-F238E27FC236}">
                <a16:creationId xmlns:a16="http://schemas.microsoft.com/office/drawing/2014/main" id="{1B43DD92-0BBB-99E8-C743-8AC6D337B74C}"/>
              </a:ext>
            </a:extLst>
          </p:cNvPr>
          <p:cNvSpPr/>
          <p:nvPr/>
        </p:nvSpPr>
        <p:spPr>
          <a:xfrm>
            <a:off x="8977666" y="5167676"/>
            <a:ext cx="1024128" cy="329184"/>
          </a:xfrm>
          <a:prstGeom prst="roundRect">
            <a:avLst>
              <a:gd name="adj" fmla="val 13889"/>
            </a:avLst>
          </a:prstGeom>
          <a:solidFill>
            <a:srgbClr val="E7F0E8"/>
          </a:solidFill>
          <a:ln w="12700">
            <a:solidFill>
              <a:srgbClr val="E7F0E8"/>
            </a:solidFill>
            <a:prstDash val="solid"/>
          </a:ln>
        </p:spPr>
        <p:txBody>
          <a:bodyPr/>
          <a:lstStyle/>
          <a:p>
            <a:endParaRPr lang="en-US"/>
          </a:p>
        </p:txBody>
      </p:sp>
      <p:sp>
        <p:nvSpPr>
          <p:cNvPr id="810" name="Text 159">
            <a:extLst>
              <a:ext uri="{FF2B5EF4-FFF2-40B4-BE49-F238E27FC236}">
                <a16:creationId xmlns:a16="http://schemas.microsoft.com/office/drawing/2014/main" id="{161AD904-D096-8B68-F2B0-A752D603FADA}"/>
              </a:ext>
            </a:extLst>
          </p:cNvPr>
          <p:cNvSpPr/>
          <p:nvPr/>
        </p:nvSpPr>
        <p:spPr>
          <a:xfrm>
            <a:off x="8977666" y="5172248"/>
            <a:ext cx="1024128" cy="320040"/>
          </a:xfrm>
          <a:prstGeom prst="rect">
            <a:avLst/>
          </a:prstGeom>
          <a:noFill/>
          <a:ln/>
        </p:spPr>
        <p:txBody>
          <a:bodyPr wrap="square" lIns="0" tIns="0" rIns="0" bIns="0" rtlCol="0" anchor="ctr"/>
          <a:lstStyle/>
          <a:p>
            <a:pPr marL="0" indent="0" algn="ctr">
              <a:buNone/>
            </a:pPr>
            <a:r>
              <a:rPr lang="en-US" sz="820" b="1">
                <a:solidFill>
                  <a:srgbClr val="213547"/>
                </a:solidFill>
                <a:latin typeface="Aptos" pitchFamily="34" charset="0"/>
                <a:ea typeface="Aptos" pitchFamily="34" charset="-122"/>
                <a:cs typeface="Aptos" pitchFamily="34" charset="-120"/>
              </a:rPr>
              <a:t>Final historical benchmark</a:t>
            </a:r>
            <a:endParaRPr lang="en-US" sz="820"/>
          </a:p>
        </p:txBody>
      </p:sp>
      <p:sp>
        <p:nvSpPr>
          <p:cNvPr id="811" name="Text 161">
            <a:extLst>
              <a:ext uri="{FF2B5EF4-FFF2-40B4-BE49-F238E27FC236}">
                <a16:creationId xmlns:a16="http://schemas.microsoft.com/office/drawing/2014/main" id="{57BCD713-C200-6F23-2233-226205827028}"/>
              </a:ext>
            </a:extLst>
          </p:cNvPr>
          <p:cNvSpPr/>
          <p:nvPr/>
        </p:nvSpPr>
        <p:spPr>
          <a:xfrm>
            <a:off x="10523438" y="3009692"/>
            <a:ext cx="1371600" cy="164592"/>
          </a:xfrm>
          <a:prstGeom prst="rect">
            <a:avLst/>
          </a:prstGeom>
          <a:noFill/>
          <a:ln/>
        </p:spPr>
        <p:txBody>
          <a:bodyPr wrap="square" lIns="0" tIns="0" rIns="0" bIns="0" rtlCol="0" anchor="ctr"/>
          <a:lstStyle/>
          <a:p>
            <a:pPr marL="0" indent="0" algn="ctr">
              <a:buNone/>
            </a:pPr>
            <a:r>
              <a:rPr lang="en-US" sz="910" b="1">
                <a:solidFill>
                  <a:srgbClr val="213547"/>
                </a:solidFill>
                <a:latin typeface="Aptos" pitchFamily="34" charset="0"/>
                <a:ea typeface="Aptos" pitchFamily="34" charset="-122"/>
                <a:cs typeface="Aptos" pitchFamily="34" charset="-120"/>
              </a:rPr>
              <a:t>Outputs for each historical row</a:t>
            </a:r>
            <a:endParaRPr lang="en-US" sz="910"/>
          </a:p>
        </p:txBody>
      </p:sp>
      <p:sp>
        <p:nvSpPr>
          <p:cNvPr id="812" name="Shape 162">
            <a:extLst>
              <a:ext uri="{FF2B5EF4-FFF2-40B4-BE49-F238E27FC236}">
                <a16:creationId xmlns:a16="http://schemas.microsoft.com/office/drawing/2014/main" id="{C973EF39-5E0B-36D7-09F8-E4BCEC47CBE1}"/>
              </a:ext>
            </a:extLst>
          </p:cNvPr>
          <p:cNvSpPr/>
          <p:nvPr/>
        </p:nvSpPr>
        <p:spPr>
          <a:xfrm>
            <a:off x="10564586" y="3461231"/>
            <a:ext cx="1289304" cy="256032"/>
          </a:xfrm>
          <a:prstGeom prst="roundRect">
            <a:avLst>
              <a:gd name="adj" fmla="val 17857"/>
            </a:avLst>
          </a:prstGeom>
          <a:solidFill>
            <a:srgbClr val="DCE7F1"/>
          </a:solidFill>
          <a:ln w="12700">
            <a:solidFill>
              <a:srgbClr val="DCE7F1"/>
            </a:solidFill>
            <a:prstDash val="solid"/>
          </a:ln>
        </p:spPr>
        <p:txBody>
          <a:bodyPr/>
          <a:lstStyle/>
          <a:p>
            <a:endParaRPr lang="en-US"/>
          </a:p>
        </p:txBody>
      </p:sp>
      <p:sp>
        <p:nvSpPr>
          <p:cNvPr id="813" name="Text 163">
            <a:extLst>
              <a:ext uri="{FF2B5EF4-FFF2-40B4-BE49-F238E27FC236}">
                <a16:creationId xmlns:a16="http://schemas.microsoft.com/office/drawing/2014/main" id="{6BB80DEC-9B9F-306B-E79A-5685EA85461E}"/>
              </a:ext>
            </a:extLst>
          </p:cNvPr>
          <p:cNvSpPr/>
          <p:nvPr/>
        </p:nvSpPr>
        <p:spPr>
          <a:xfrm>
            <a:off x="10605734" y="3459271"/>
            <a:ext cx="1207008" cy="246888"/>
          </a:xfrm>
          <a:prstGeom prst="rect">
            <a:avLst/>
          </a:prstGeom>
          <a:noFill/>
          <a:ln/>
        </p:spPr>
        <p:txBody>
          <a:bodyPr wrap="square" lIns="0" tIns="0" rIns="0" bIns="0" rtlCol="0" anchor="ctr"/>
          <a:lstStyle/>
          <a:p>
            <a:pPr marL="0" indent="0" algn="ctr">
              <a:buNone/>
            </a:pPr>
            <a:r>
              <a:rPr lang="en-US" sz="750" b="1">
                <a:solidFill>
                  <a:srgbClr val="213547"/>
                </a:solidFill>
                <a:latin typeface="Aptos" pitchFamily="34" charset="0"/>
                <a:ea typeface="Aptos" pitchFamily="34" charset="-122"/>
                <a:cs typeface="Aptos" pitchFamily="34" charset="-120"/>
              </a:rPr>
              <a:t>Observed vs benchmarked score</a:t>
            </a:r>
            <a:endParaRPr lang="en-US" sz="750"/>
          </a:p>
        </p:txBody>
      </p:sp>
      <p:sp>
        <p:nvSpPr>
          <p:cNvPr id="814" name="Shape 164">
            <a:extLst>
              <a:ext uri="{FF2B5EF4-FFF2-40B4-BE49-F238E27FC236}">
                <a16:creationId xmlns:a16="http://schemas.microsoft.com/office/drawing/2014/main" id="{6FB75637-F9BD-3F59-E6D4-781E6A7523F7}"/>
              </a:ext>
            </a:extLst>
          </p:cNvPr>
          <p:cNvSpPr/>
          <p:nvPr/>
        </p:nvSpPr>
        <p:spPr>
          <a:xfrm>
            <a:off x="10761182" y="3796076"/>
            <a:ext cx="896112" cy="256032"/>
          </a:xfrm>
          <a:prstGeom prst="roundRect">
            <a:avLst>
              <a:gd name="adj" fmla="val 17857"/>
            </a:avLst>
          </a:prstGeom>
          <a:solidFill>
            <a:srgbClr val="EFF3F7"/>
          </a:solidFill>
          <a:ln w="12700">
            <a:solidFill>
              <a:srgbClr val="EFF3F7"/>
            </a:solidFill>
            <a:prstDash val="solid"/>
          </a:ln>
        </p:spPr>
        <p:txBody>
          <a:bodyPr/>
          <a:lstStyle/>
          <a:p>
            <a:endParaRPr lang="en-US"/>
          </a:p>
        </p:txBody>
      </p:sp>
      <p:sp>
        <p:nvSpPr>
          <p:cNvPr id="815" name="Text 165">
            <a:extLst>
              <a:ext uri="{FF2B5EF4-FFF2-40B4-BE49-F238E27FC236}">
                <a16:creationId xmlns:a16="http://schemas.microsoft.com/office/drawing/2014/main" id="{0B9ABDBD-F12E-5FDD-3CB2-E1FC0BDA7D10}"/>
              </a:ext>
            </a:extLst>
          </p:cNvPr>
          <p:cNvSpPr/>
          <p:nvPr/>
        </p:nvSpPr>
        <p:spPr>
          <a:xfrm>
            <a:off x="10761182" y="3800648"/>
            <a:ext cx="896112" cy="246888"/>
          </a:xfrm>
          <a:prstGeom prst="rect">
            <a:avLst/>
          </a:prstGeom>
          <a:noFill/>
          <a:ln/>
        </p:spPr>
        <p:txBody>
          <a:bodyPr wrap="square" lIns="0" tIns="0" rIns="0" bIns="0" rtlCol="0" anchor="ctr"/>
          <a:lstStyle/>
          <a:p>
            <a:pPr marL="0" indent="0" algn="ctr">
              <a:buNone/>
            </a:pPr>
            <a:r>
              <a:rPr lang="en-US" sz="800" b="1">
                <a:solidFill>
                  <a:srgbClr val="213547"/>
                </a:solidFill>
                <a:latin typeface="Aptos" pitchFamily="34" charset="0"/>
                <a:ea typeface="Aptos" pitchFamily="34" charset="-122"/>
                <a:cs typeface="Aptos" pitchFamily="34" charset="-120"/>
              </a:rPr>
              <a:t>Residual</a:t>
            </a:r>
            <a:endParaRPr lang="en-US" sz="800"/>
          </a:p>
        </p:txBody>
      </p:sp>
      <p:sp>
        <p:nvSpPr>
          <p:cNvPr id="816" name="Shape 166">
            <a:extLst>
              <a:ext uri="{FF2B5EF4-FFF2-40B4-BE49-F238E27FC236}">
                <a16:creationId xmlns:a16="http://schemas.microsoft.com/office/drawing/2014/main" id="{B623D319-AB6D-5389-18CE-EAFECEC04B48}"/>
              </a:ext>
            </a:extLst>
          </p:cNvPr>
          <p:cNvSpPr/>
          <p:nvPr/>
        </p:nvSpPr>
        <p:spPr>
          <a:xfrm>
            <a:off x="10724606" y="4180124"/>
            <a:ext cx="969264" cy="256032"/>
          </a:xfrm>
          <a:prstGeom prst="roundRect">
            <a:avLst>
              <a:gd name="adj" fmla="val 17857"/>
            </a:avLst>
          </a:prstGeom>
          <a:solidFill>
            <a:srgbClr val="E4D4D6"/>
          </a:solidFill>
          <a:ln w="12700">
            <a:solidFill>
              <a:srgbClr val="E4D4D6"/>
            </a:solidFill>
            <a:prstDash val="solid"/>
          </a:ln>
        </p:spPr>
        <p:txBody>
          <a:bodyPr/>
          <a:lstStyle/>
          <a:p>
            <a:endParaRPr lang="en-US"/>
          </a:p>
        </p:txBody>
      </p:sp>
      <p:sp>
        <p:nvSpPr>
          <p:cNvPr id="5" name="Shape 11">
            <a:extLst>
              <a:ext uri="{FF2B5EF4-FFF2-40B4-BE49-F238E27FC236}">
                <a16:creationId xmlns:a16="http://schemas.microsoft.com/office/drawing/2014/main" id="{71F17313-47DB-EE87-E7F0-7103FD070681}"/>
              </a:ext>
            </a:extLst>
          </p:cNvPr>
          <p:cNvSpPr/>
          <p:nvPr/>
        </p:nvSpPr>
        <p:spPr>
          <a:xfrm>
            <a:off x="3592286" y="6089046"/>
            <a:ext cx="6729984" cy="384048"/>
          </a:xfrm>
          <a:prstGeom prst="roundRect">
            <a:avLst>
              <a:gd name="adj" fmla="val 14286"/>
            </a:avLst>
          </a:prstGeom>
          <a:solidFill>
            <a:srgbClr val="D7E3D9"/>
          </a:solidFill>
          <a:ln w="12700">
            <a:solidFill>
              <a:srgbClr val="D7E3D9"/>
            </a:solidFill>
            <a:prstDash val="solid"/>
          </a:ln>
        </p:spPr>
        <p:txBody>
          <a:bodyPr/>
          <a:lstStyle/>
          <a:p>
            <a:pPr algn="ctr"/>
            <a:r>
              <a:rPr lang="en-US" sz="1600" b="1">
                <a:solidFill>
                  <a:srgbClr val="213547"/>
                </a:solidFill>
                <a:latin typeface="Aptos" panose="020B0004020202020204" pitchFamily="34" charset="0"/>
              </a:rPr>
              <a:t>Automated</a:t>
            </a:r>
          </a:p>
        </p:txBody>
      </p:sp>
      <p:sp>
        <p:nvSpPr>
          <p:cNvPr id="817" name="Text 167">
            <a:extLst>
              <a:ext uri="{FF2B5EF4-FFF2-40B4-BE49-F238E27FC236}">
                <a16:creationId xmlns:a16="http://schemas.microsoft.com/office/drawing/2014/main" id="{2C580C1B-E39D-E1B3-0465-25EF06AB50B9}"/>
              </a:ext>
            </a:extLst>
          </p:cNvPr>
          <p:cNvSpPr/>
          <p:nvPr/>
        </p:nvSpPr>
        <p:spPr>
          <a:xfrm>
            <a:off x="10724606" y="4184696"/>
            <a:ext cx="969264" cy="246888"/>
          </a:xfrm>
          <a:prstGeom prst="rect">
            <a:avLst/>
          </a:prstGeom>
          <a:noFill/>
          <a:ln/>
        </p:spPr>
        <p:txBody>
          <a:bodyPr wrap="square" lIns="0" tIns="0" rIns="0" bIns="0" rtlCol="0" anchor="ctr"/>
          <a:lstStyle/>
          <a:p>
            <a:pPr marL="0" indent="0" algn="ctr">
              <a:buNone/>
            </a:pPr>
            <a:r>
              <a:rPr lang="en-US" sz="800" b="1">
                <a:solidFill>
                  <a:srgbClr val="213547"/>
                </a:solidFill>
                <a:latin typeface="Aptos" pitchFamily="34" charset="0"/>
                <a:ea typeface="Aptos" pitchFamily="34" charset="-122"/>
                <a:cs typeface="Aptos" pitchFamily="34" charset="-120"/>
              </a:rPr>
              <a:t>Direction label</a:t>
            </a:r>
            <a:endParaRPr lang="en-US" sz="800"/>
          </a:p>
        </p:txBody>
      </p:sp>
      <p:sp>
        <p:nvSpPr>
          <p:cNvPr id="818" name="Shape 168">
            <a:extLst>
              <a:ext uri="{FF2B5EF4-FFF2-40B4-BE49-F238E27FC236}">
                <a16:creationId xmlns:a16="http://schemas.microsoft.com/office/drawing/2014/main" id="{4ACDCFA0-7E1A-26E3-6A55-B908A3EEF13E}"/>
              </a:ext>
            </a:extLst>
          </p:cNvPr>
          <p:cNvSpPr/>
          <p:nvPr/>
        </p:nvSpPr>
        <p:spPr>
          <a:xfrm>
            <a:off x="10651454" y="4564172"/>
            <a:ext cx="1115568" cy="256032"/>
          </a:xfrm>
          <a:prstGeom prst="roundRect">
            <a:avLst>
              <a:gd name="adj" fmla="val 17857"/>
            </a:avLst>
          </a:prstGeom>
          <a:solidFill>
            <a:srgbClr val="D7E3D9"/>
          </a:solidFill>
          <a:ln w="12700">
            <a:solidFill>
              <a:srgbClr val="D7E3D9"/>
            </a:solidFill>
            <a:prstDash val="solid"/>
          </a:ln>
        </p:spPr>
        <p:txBody>
          <a:bodyPr/>
          <a:lstStyle/>
          <a:p>
            <a:endParaRPr lang="en-US"/>
          </a:p>
        </p:txBody>
      </p:sp>
      <p:sp>
        <p:nvSpPr>
          <p:cNvPr id="819" name="Text 169">
            <a:extLst>
              <a:ext uri="{FF2B5EF4-FFF2-40B4-BE49-F238E27FC236}">
                <a16:creationId xmlns:a16="http://schemas.microsoft.com/office/drawing/2014/main" id="{3782650D-A1D7-E4DA-5D89-F36CC3182217}"/>
              </a:ext>
            </a:extLst>
          </p:cNvPr>
          <p:cNvSpPr/>
          <p:nvPr/>
        </p:nvSpPr>
        <p:spPr>
          <a:xfrm>
            <a:off x="10651454" y="4568744"/>
            <a:ext cx="1115568" cy="246888"/>
          </a:xfrm>
          <a:prstGeom prst="rect">
            <a:avLst/>
          </a:prstGeom>
          <a:noFill/>
          <a:ln/>
        </p:spPr>
        <p:txBody>
          <a:bodyPr wrap="square" lIns="0" tIns="0" rIns="0" bIns="0" rtlCol="0" anchor="ctr"/>
          <a:lstStyle/>
          <a:p>
            <a:pPr marL="0" indent="0" algn="ctr">
              <a:buNone/>
            </a:pPr>
            <a:r>
              <a:rPr lang="en-US" sz="800" b="1">
                <a:solidFill>
                  <a:srgbClr val="213547"/>
                </a:solidFill>
                <a:latin typeface="Aptos" pitchFamily="34" charset="0"/>
                <a:ea typeface="Aptos" pitchFamily="34" charset="-122"/>
                <a:cs typeface="Aptos" pitchFamily="34" charset="-120"/>
              </a:rPr>
              <a:t>Within-year rank</a:t>
            </a:r>
            <a:endParaRPr lang="en-US" sz="800"/>
          </a:p>
        </p:txBody>
      </p:sp>
      <p:sp>
        <p:nvSpPr>
          <p:cNvPr id="822" name="Shape 154">
            <a:extLst>
              <a:ext uri="{FF2B5EF4-FFF2-40B4-BE49-F238E27FC236}">
                <a16:creationId xmlns:a16="http://schemas.microsoft.com/office/drawing/2014/main" id="{01B25778-DE48-9784-033A-B5D2639D5D57}"/>
              </a:ext>
            </a:extLst>
          </p:cNvPr>
          <p:cNvSpPr/>
          <p:nvPr/>
        </p:nvSpPr>
        <p:spPr>
          <a:xfrm>
            <a:off x="9633857" y="3649772"/>
            <a:ext cx="166333" cy="210310"/>
          </a:xfrm>
          <a:prstGeom prst="line">
            <a:avLst/>
          </a:prstGeom>
          <a:noFill/>
          <a:ln w="12700">
            <a:solidFill>
              <a:srgbClr val="9AA9B8"/>
            </a:solidFill>
            <a:prstDash val="solid"/>
          </a:ln>
        </p:spPr>
        <p:txBody>
          <a:bodyPr/>
          <a:lstStyle/>
          <a:p>
            <a:endParaRPr lang="en-US"/>
          </a:p>
        </p:txBody>
      </p:sp>
      <p:sp>
        <p:nvSpPr>
          <p:cNvPr id="7" name="Curved Down Arrow 6">
            <a:extLst>
              <a:ext uri="{FF2B5EF4-FFF2-40B4-BE49-F238E27FC236}">
                <a16:creationId xmlns:a16="http://schemas.microsoft.com/office/drawing/2014/main" id="{23C2E415-85F6-17A6-B6CB-8460B1E99A29}"/>
              </a:ext>
            </a:extLst>
          </p:cNvPr>
          <p:cNvSpPr/>
          <p:nvPr/>
        </p:nvSpPr>
        <p:spPr>
          <a:xfrm>
            <a:off x="4267200" y="1555796"/>
            <a:ext cx="3657600" cy="685800"/>
          </a:xfrm>
          <a:prstGeom prst="curvedDownArrow">
            <a:avLst/>
          </a:prstGeom>
          <a:noFill/>
          <a:ln w="38100">
            <a:solidFill>
              <a:srgbClr val="5F6B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5F6B7A"/>
              </a:solidFill>
            </a:endParaRPr>
          </a:p>
        </p:txBody>
      </p:sp>
      <p:sp>
        <p:nvSpPr>
          <p:cNvPr id="8" name="Curved Down Arrow 7">
            <a:extLst>
              <a:ext uri="{FF2B5EF4-FFF2-40B4-BE49-F238E27FC236}">
                <a16:creationId xmlns:a16="http://schemas.microsoft.com/office/drawing/2014/main" id="{E898A931-85EE-8B9B-CB5E-6C2F3628C5FF}"/>
              </a:ext>
            </a:extLst>
          </p:cNvPr>
          <p:cNvSpPr/>
          <p:nvPr/>
        </p:nvSpPr>
        <p:spPr>
          <a:xfrm flipH="1" flipV="1">
            <a:off x="4267200" y="6089046"/>
            <a:ext cx="3657600" cy="685800"/>
          </a:xfrm>
          <a:prstGeom prst="curvedDownArrow">
            <a:avLst/>
          </a:prstGeom>
          <a:noFill/>
          <a:ln w="38100">
            <a:solidFill>
              <a:srgbClr val="5F6B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5F6B7A"/>
              </a:solidFill>
            </a:endParaRPr>
          </a:p>
        </p:txBody>
      </p:sp>
      <p:sp>
        <p:nvSpPr>
          <p:cNvPr id="9" name="Text 144">
            <a:extLst>
              <a:ext uri="{FF2B5EF4-FFF2-40B4-BE49-F238E27FC236}">
                <a16:creationId xmlns:a16="http://schemas.microsoft.com/office/drawing/2014/main" id="{2F0D964C-4434-05AA-3EE2-070EBB9CE406}"/>
              </a:ext>
            </a:extLst>
          </p:cNvPr>
          <p:cNvSpPr/>
          <p:nvPr/>
        </p:nvSpPr>
        <p:spPr>
          <a:xfrm>
            <a:off x="10450286" y="5045204"/>
            <a:ext cx="1517904" cy="743003"/>
          </a:xfrm>
          <a:prstGeom prst="rect">
            <a:avLst/>
          </a:prstGeom>
          <a:noFill/>
          <a:ln/>
        </p:spPr>
        <p:txBody>
          <a:bodyPr wrap="square" lIns="0" tIns="0" rIns="0" bIns="0" rtlCol="0" anchor="ctr"/>
          <a:lstStyle/>
          <a:p>
            <a:pPr algn="ctr"/>
            <a:r>
              <a:rPr lang="en-US" sz="800">
                <a:solidFill>
                  <a:srgbClr val="5F6B7A"/>
                </a:solidFill>
              </a:rPr>
              <a:t>The selected comparison year affects which results are highlighted in the display. It does not redefine the historical sample used to build the benchmark.</a:t>
            </a:r>
          </a:p>
        </p:txBody>
      </p:sp>
      <p:sp>
        <p:nvSpPr>
          <p:cNvPr id="10" name="Shape 136">
            <a:extLst>
              <a:ext uri="{FF2B5EF4-FFF2-40B4-BE49-F238E27FC236}">
                <a16:creationId xmlns:a16="http://schemas.microsoft.com/office/drawing/2014/main" id="{CEF6F7F6-CB09-89FC-47FA-F06C035C5DD8}"/>
              </a:ext>
            </a:extLst>
          </p:cNvPr>
          <p:cNvSpPr/>
          <p:nvPr/>
        </p:nvSpPr>
        <p:spPr>
          <a:xfrm>
            <a:off x="2676451" y="5030516"/>
            <a:ext cx="0" cy="320040"/>
          </a:xfrm>
          <a:prstGeom prst="line">
            <a:avLst/>
          </a:prstGeom>
          <a:noFill/>
          <a:ln w="12700">
            <a:solidFill>
              <a:srgbClr val="9AA9B8"/>
            </a:solidFill>
            <a:prstDash val="solid"/>
            <a:tailEnd type="triangle"/>
          </a:ln>
        </p:spPr>
        <p:txBody>
          <a:bodyPr/>
          <a:lstStyle/>
          <a:p>
            <a:endParaRPr lang="en-US"/>
          </a:p>
        </p:txBody>
      </p:sp>
      <p:sp>
        <p:nvSpPr>
          <p:cNvPr id="3" name="Shape 11">
            <a:extLst>
              <a:ext uri="{FF2B5EF4-FFF2-40B4-BE49-F238E27FC236}">
                <a16:creationId xmlns:a16="http://schemas.microsoft.com/office/drawing/2014/main" id="{45DD4B39-A48C-D09C-7C02-12121FD2A4BF}"/>
              </a:ext>
            </a:extLst>
          </p:cNvPr>
          <p:cNvSpPr/>
          <p:nvPr/>
        </p:nvSpPr>
        <p:spPr>
          <a:xfrm>
            <a:off x="218150" y="6094244"/>
            <a:ext cx="3310128" cy="384048"/>
          </a:xfrm>
          <a:prstGeom prst="roundRect">
            <a:avLst>
              <a:gd name="adj" fmla="val 14286"/>
            </a:avLst>
          </a:prstGeom>
          <a:solidFill>
            <a:srgbClr val="EFF3F7"/>
          </a:solidFill>
          <a:ln w="12700">
            <a:solidFill>
              <a:srgbClr val="EFF3F7"/>
            </a:solidFill>
            <a:prstDash val="solid"/>
          </a:ln>
        </p:spPr>
        <p:txBody>
          <a:bodyPr/>
          <a:lstStyle/>
          <a:p>
            <a:pPr algn="ctr"/>
            <a:r>
              <a:rPr lang="en-US" sz="1600" b="1">
                <a:solidFill>
                  <a:srgbClr val="213547"/>
                </a:solidFill>
                <a:latin typeface="Aptos" panose="020B0004020202020204" pitchFamily="34" charset="0"/>
              </a:rPr>
              <a:t>User-defined</a:t>
            </a:r>
          </a:p>
        </p:txBody>
      </p:sp>
      <p:sp>
        <p:nvSpPr>
          <p:cNvPr id="4" name="Shape 11">
            <a:extLst>
              <a:ext uri="{FF2B5EF4-FFF2-40B4-BE49-F238E27FC236}">
                <a16:creationId xmlns:a16="http://schemas.microsoft.com/office/drawing/2014/main" id="{A0002021-59D6-84A1-7819-155FDD98CE8F}"/>
              </a:ext>
            </a:extLst>
          </p:cNvPr>
          <p:cNvSpPr/>
          <p:nvPr/>
        </p:nvSpPr>
        <p:spPr>
          <a:xfrm>
            <a:off x="10395422" y="6094264"/>
            <a:ext cx="1627632" cy="384048"/>
          </a:xfrm>
          <a:prstGeom prst="roundRect">
            <a:avLst>
              <a:gd name="adj" fmla="val 14286"/>
            </a:avLst>
          </a:prstGeom>
          <a:solidFill>
            <a:srgbClr val="EFF3F7"/>
          </a:solidFill>
          <a:ln w="12700">
            <a:solidFill>
              <a:srgbClr val="EFF3F7"/>
            </a:solidFill>
            <a:prstDash val="solid"/>
          </a:ln>
        </p:spPr>
        <p:txBody>
          <a:bodyPr/>
          <a:lstStyle/>
          <a:p>
            <a:pPr algn="ctr"/>
            <a:r>
              <a:rPr lang="en-US" sz="1600" b="1">
                <a:solidFill>
                  <a:srgbClr val="213547"/>
                </a:solidFill>
                <a:latin typeface="Aptos" panose="020B0004020202020204" pitchFamily="34" charset="0"/>
              </a:rPr>
              <a:t>User-defined</a:t>
            </a:r>
          </a:p>
        </p:txBody>
      </p:sp>
      <p:sp>
        <p:nvSpPr>
          <p:cNvPr id="12" name="TextBox 11">
            <a:extLst>
              <a:ext uri="{FF2B5EF4-FFF2-40B4-BE49-F238E27FC236}">
                <a16:creationId xmlns:a16="http://schemas.microsoft.com/office/drawing/2014/main" id="{07CD7858-FEDB-8E17-8513-A3C91E6A567C}"/>
              </a:ext>
            </a:extLst>
          </p:cNvPr>
          <p:cNvSpPr txBox="1"/>
          <p:nvPr/>
        </p:nvSpPr>
        <p:spPr>
          <a:xfrm>
            <a:off x="5056244" y="1713318"/>
            <a:ext cx="1992474" cy="461665"/>
          </a:xfrm>
          <a:prstGeom prst="rect">
            <a:avLst/>
          </a:prstGeom>
          <a:noFill/>
        </p:spPr>
        <p:txBody>
          <a:bodyPr wrap="square" rtlCol="0">
            <a:spAutoFit/>
          </a:bodyPr>
          <a:lstStyle/>
          <a:p>
            <a:pPr algn="ctr"/>
            <a:r>
              <a:rPr lang="en-US" sz="1200" b="1">
                <a:solidFill>
                  <a:srgbClr val="5F6B7A"/>
                </a:solidFill>
                <a:latin typeface="Aptos" panose="020B0004020202020204" pitchFamily="34" charset="0"/>
              </a:rPr>
              <a:t>Repeat across random fold assignments</a:t>
            </a:r>
          </a:p>
        </p:txBody>
      </p:sp>
    </p:spTree>
    <p:extLst>
      <p:ext uri="{BB962C8B-B14F-4D97-AF65-F5344CB8AC3E}">
        <p14:creationId xmlns:p14="http://schemas.microsoft.com/office/powerpoint/2010/main" val="3397579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8B78C-9CA4-F363-D98C-F91F1F9E3186}"/>
              </a:ext>
            </a:extLst>
          </p:cNvPr>
          <p:cNvSpPr>
            <a:spLocks noGrp="1"/>
          </p:cNvSpPr>
          <p:nvPr>
            <p:ph type="title"/>
          </p:nvPr>
        </p:nvSpPr>
        <p:spPr/>
        <p:txBody>
          <a:bodyPr/>
          <a:lstStyle/>
          <a:p>
            <a:r>
              <a:rPr lang="en-US"/>
              <a:t>Built-In Features for a Robust Benchmark</a:t>
            </a:r>
          </a:p>
        </p:txBody>
      </p:sp>
      <p:sp>
        <p:nvSpPr>
          <p:cNvPr id="3" name="Content Placeholder 2">
            <a:extLst>
              <a:ext uri="{FF2B5EF4-FFF2-40B4-BE49-F238E27FC236}">
                <a16:creationId xmlns:a16="http://schemas.microsoft.com/office/drawing/2014/main" id="{ED8A83F8-E732-8E31-CB42-E253BDB4C06A}"/>
              </a:ext>
            </a:extLst>
          </p:cNvPr>
          <p:cNvSpPr>
            <a:spLocks noGrp="1"/>
          </p:cNvSpPr>
          <p:nvPr>
            <p:ph idx="1"/>
          </p:nvPr>
        </p:nvSpPr>
        <p:spPr/>
        <p:txBody>
          <a:bodyPr>
            <a:normAutofit fontScale="92500" lnSpcReduction="10000"/>
          </a:bodyPr>
          <a:lstStyle/>
          <a:p>
            <a:r>
              <a:rPr lang="en-US"/>
              <a:t>Validated on held-out school histories</a:t>
            </a:r>
          </a:p>
          <a:p>
            <a:pPr lvl="1"/>
            <a:r>
              <a:rPr lang="en-US"/>
              <a:t>Whole school histories stay grouped together during validation splits.</a:t>
            </a:r>
          </a:p>
          <a:p>
            <a:pPr lvl="1"/>
            <a:r>
              <a:rPr lang="en-US"/>
              <a:t>This allows the benchmark to be evaluated on school histories the model did not train on.</a:t>
            </a:r>
          </a:p>
          <a:p>
            <a:r>
              <a:rPr lang="en-US"/>
              <a:t>Stabilized through repeated holdouts</a:t>
            </a:r>
          </a:p>
          <a:p>
            <a:pPr lvl="1"/>
            <a:r>
              <a:rPr lang="en-US"/>
              <a:t>The school holdout process is repeated across multiple random splits.</a:t>
            </a:r>
          </a:p>
          <a:p>
            <a:pPr lvl="1"/>
            <a:r>
              <a:rPr lang="en-US"/>
              <a:t>The benchmark then averages those held-out predictions so the result does not depend too heavily on any one split.</a:t>
            </a:r>
          </a:p>
          <a:p>
            <a:r>
              <a:rPr lang="en-US"/>
              <a:t>Tuned conservatively within each run</a:t>
            </a:r>
          </a:p>
          <a:p>
            <a:pPr lvl="1"/>
            <a:r>
              <a:rPr lang="en-US"/>
              <a:t>Within each run, the model checks a range of lambda values and makes a conservative tuning choice about how strongly the model should respond.</a:t>
            </a:r>
          </a:p>
          <a:p>
            <a:pPr lvl="1"/>
            <a:r>
              <a:rPr lang="en-US"/>
              <a:t>This helps keep the benchmark stable and limits overfitting.</a:t>
            </a:r>
          </a:p>
        </p:txBody>
      </p:sp>
    </p:spTree>
    <p:extLst>
      <p:ext uri="{BB962C8B-B14F-4D97-AF65-F5344CB8AC3E}">
        <p14:creationId xmlns:p14="http://schemas.microsoft.com/office/powerpoint/2010/main" val="40925539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30462-E3BC-ADAD-C8E8-10CEDD40233F}"/>
              </a:ext>
            </a:extLst>
          </p:cNvPr>
          <p:cNvSpPr>
            <a:spLocks noGrp="1"/>
          </p:cNvSpPr>
          <p:nvPr>
            <p:ph type="title"/>
          </p:nvPr>
        </p:nvSpPr>
        <p:spPr/>
        <p:txBody>
          <a:bodyPr>
            <a:normAutofit/>
          </a:bodyPr>
          <a:lstStyle/>
          <a:p>
            <a:r>
              <a:rPr lang="en-US"/>
              <a:t>A Note on Using Demographic Variables</a:t>
            </a:r>
          </a:p>
        </p:txBody>
      </p:sp>
      <p:sp>
        <p:nvSpPr>
          <p:cNvPr id="3" name="Content Placeholder 2">
            <a:extLst>
              <a:ext uri="{FF2B5EF4-FFF2-40B4-BE49-F238E27FC236}">
                <a16:creationId xmlns:a16="http://schemas.microsoft.com/office/drawing/2014/main" id="{F72D04E9-0661-1DF7-0A0F-BB7F9AAF2D89}"/>
              </a:ext>
            </a:extLst>
          </p:cNvPr>
          <p:cNvSpPr>
            <a:spLocks noGrp="1"/>
          </p:cNvSpPr>
          <p:nvPr>
            <p:ph idx="1"/>
          </p:nvPr>
        </p:nvSpPr>
        <p:spPr/>
        <p:txBody>
          <a:bodyPr>
            <a:normAutofit/>
          </a:bodyPr>
          <a:lstStyle/>
          <a:p>
            <a:pPr eaLnBrk="0" fontAlgn="base" hangingPunct="0">
              <a:lnSpc>
                <a:spcPct val="100000"/>
              </a:lnSpc>
              <a:spcBef>
                <a:spcPct val="0"/>
              </a:spcBef>
              <a:spcAft>
                <a:spcPct val="0"/>
              </a:spcAft>
            </a:pPr>
            <a:r>
              <a:rPr lang="en-US" altLang="en-US" sz="2000">
                <a:latin typeface="Arial" panose="020B0604020202020204" pitchFamily="34" charset="0"/>
              </a:rPr>
              <a:t>Recent work in the education ML space suggests that demographic variables are often most useful for context and fairness review, not as direct causal explanations of performance (Baker et al., 2023; Agarwal et al., 2018; Baker &amp; Hawn, 2021; Gardner et al., 2019; Yu et al., 2020; Yu et al., 2021). </a:t>
            </a:r>
          </a:p>
          <a:p>
            <a:pPr eaLnBrk="0" fontAlgn="base" hangingPunct="0">
              <a:lnSpc>
                <a:spcPct val="100000"/>
              </a:lnSpc>
              <a:spcBef>
                <a:spcPct val="0"/>
              </a:spcBef>
              <a:spcAft>
                <a:spcPct val="0"/>
              </a:spcAft>
            </a:pPr>
            <a:r>
              <a:rPr lang="en-US" altLang="en-US" sz="2000">
                <a:latin typeface="Arial" panose="020B0604020202020204" pitchFamily="34" charset="0"/>
              </a:rPr>
              <a:t>Rather than driving the prediction, they are often more useful for:</a:t>
            </a:r>
          </a:p>
          <a:p>
            <a:pPr lvl="1" eaLnBrk="0" fontAlgn="base" hangingPunct="0">
              <a:lnSpc>
                <a:spcPct val="100000"/>
              </a:lnSpc>
              <a:spcBef>
                <a:spcPct val="0"/>
              </a:spcBef>
              <a:spcAft>
                <a:spcPct val="0"/>
              </a:spcAft>
            </a:pPr>
            <a:r>
              <a:rPr lang="en-US" altLang="en-US" sz="2000">
                <a:latin typeface="Arial" panose="020B0604020202020204" pitchFamily="34" charset="0"/>
              </a:rPr>
              <a:t>Defining the comparison frame</a:t>
            </a:r>
          </a:p>
          <a:p>
            <a:pPr lvl="1" eaLnBrk="0" fontAlgn="base" hangingPunct="0">
              <a:lnSpc>
                <a:spcPct val="100000"/>
              </a:lnSpc>
              <a:spcBef>
                <a:spcPct val="0"/>
              </a:spcBef>
              <a:spcAft>
                <a:spcPct val="0"/>
              </a:spcAft>
            </a:pPr>
            <a:r>
              <a:rPr lang="en-US" altLang="en-US" sz="2000">
                <a:latin typeface="Arial" panose="020B0604020202020204" pitchFamily="34" charset="0"/>
              </a:rPr>
              <a:t>Adding context</a:t>
            </a:r>
          </a:p>
          <a:p>
            <a:pPr lvl="1" eaLnBrk="0" fontAlgn="base" hangingPunct="0">
              <a:lnSpc>
                <a:spcPct val="100000"/>
              </a:lnSpc>
              <a:spcBef>
                <a:spcPct val="0"/>
              </a:spcBef>
              <a:spcAft>
                <a:spcPct val="0"/>
              </a:spcAft>
            </a:pPr>
            <a:r>
              <a:rPr lang="en-US" altLang="en-US" sz="2000">
                <a:latin typeface="Arial" panose="020B0604020202020204" pitchFamily="34" charset="0"/>
              </a:rPr>
              <a:t>Auditing fairness across groups</a:t>
            </a:r>
          </a:p>
          <a:p>
            <a:pPr eaLnBrk="0" fontAlgn="base" hangingPunct="0">
              <a:lnSpc>
                <a:spcPct val="100000"/>
              </a:lnSpc>
              <a:spcBef>
                <a:spcPct val="0"/>
              </a:spcBef>
              <a:spcAft>
                <a:spcPct val="0"/>
              </a:spcAft>
            </a:pPr>
            <a:r>
              <a:rPr lang="en-US" altLang="en-US" sz="2000">
                <a:latin typeface="Arial" panose="020B0604020202020204" pitchFamily="34" charset="0"/>
              </a:rPr>
              <a:t>Use demographic variables cautiously when they are part of a model.</a:t>
            </a:r>
          </a:p>
          <a:p>
            <a:pPr lvl="1" eaLnBrk="0" fontAlgn="base" hangingPunct="0">
              <a:lnSpc>
                <a:spcPct val="100000"/>
              </a:lnSpc>
              <a:spcBef>
                <a:spcPct val="0"/>
              </a:spcBef>
              <a:spcAft>
                <a:spcPct val="0"/>
              </a:spcAft>
            </a:pPr>
            <a:r>
              <a:rPr lang="en-US" altLang="en-US" sz="2000">
                <a:latin typeface="Arial" panose="020B0604020202020204" pitchFamily="34" charset="0"/>
              </a:rPr>
              <a:t>They should not be treated as causal explanations</a:t>
            </a:r>
          </a:p>
          <a:p>
            <a:pPr lvl="1" eaLnBrk="0" fontAlgn="base" hangingPunct="0">
              <a:lnSpc>
                <a:spcPct val="100000"/>
              </a:lnSpc>
              <a:spcBef>
                <a:spcPct val="0"/>
              </a:spcBef>
              <a:spcAft>
                <a:spcPct val="0"/>
              </a:spcAft>
            </a:pPr>
            <a:r>
              <a:rPr lang="en-US" altLang="en-US" sz="2000">
                <a:latin typeface="Arial" panose="020B0604020202020204" pitchFamily="34" charset="0"/>
              </a:rPr>
              <a:t>They do not always improve prediction</a:t>
            </a:r>
          </a:p>
          <a:p>
            <a:pPr lvl="1" eaLnBrk="0" fontAlgn="base" hangingPunct="0">
              <a:lnSpc>
                <a:spcPct val="100000"/>
              </a:lnSpc>
              <a:spcBef>
                <a:spcPct val="0"/>
              </a:spcBef>
              <a:spcAft>
                <a:spcPct val="0"/>
              </a:spcAft>
            </a:pPr>
            <a:r>
              <a:rPr lang="en-US" altLang="en-US" sz="2000">
                <a:latin typeface="Arial" panose="020B0604020202020204" pitchFamily="34" charset="0"/>
              </a:rPr>
              <a:t>Direct use can reduce actionability, reproduce bias in training data, or mask proxy effects and within-group heterogeneity</a:t>
            </a:r>
          </a:p>
        </p:txBody>
      </p:sp>
    </p:spTree>
    <p:extLst>
      <p:ext uri="{BB962C8B-B14F-4D97-AF65-F5344CB8AC3E}">
        <p14:creationId xmlns:p14="http://schemas.microsoft.com/office/powerpoint/2010/main" val="1481679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16970-BCFE-29B8-0A18-8F134E72742B}"/>
              </a:ext>
            </a:extLst>
          </p:cNvPr>
          <p:cNvSpPr>
            <a:spLocks noGrp="1"/>
          </p:cNvSpPr>
          <p:nvPr>
            <p:ph type="title"/>
          </p:nvPr>
        </p:nvSpPr>
        <p:spPr/>
        <p:txBody>
          <a:bodyPr>
            <a:normAutofit/>
          </a:bodyPr>
          <a:lstStyle/>
          <a:p>
            <a:r>
              <a:rPr lang="en-US"/>
              <a:t>Live Demo: Building an Historical Benchmark Comparison</a:t>
            </a:r>
          </a:p>
        </p:txBody>
      </p:sp>
      <p:sp>
        <p:nvSpPr>
          <p:cNvPr id="3" name="Content Placeholder 2">
            <a:extLst>
              <a:ext uri="{FF2B5EF4-FFF2-40B4-BE49-F238E27FC236}">
                <a16:creationId xmlns:a16="http://schemas.microsoft.com/office/drawing/2014/main" id="{DE18B3CC-7633-494A-2FE1-1C662EDC99E2}"/>
              </a:ext>
            </a:extLst>
          </p:cNvPr>
          <p:cNvSpPr>
            <a:spLocks noGrp="1"/>
          </p:cNvSpPr>
          <p:nvPr>
            <p:ph idx="1"/>
          </p:nvPr>
        </p:nvSpPr>
        <p:spPr/>
        <p:txBody>
          <a:bodyPr>
            <a:normAutofit/>
          </a:bodyPr>
          <a:lstStyle/>
          <a:p>
            <a:pPr eaLnBrk="0" fontAlgn="base" hangingPunct="0">
              <a:lnSpc>
                <a:spcPct val="100000"/>
              </a:lnSpc>
              <a:spcBef>
                <a:spcPct val="0"/>
              </a:spcBef>
              <a:spcAft>
                <a:spcPct val="0"/>
              </a:spcAft>
            </a:pPr>
            <a:r>
              <a:rPr lang="en-US" altLang="en-US">
                <a:latin typeface="Arial" panose="020B0604020202020204" pitchFamily="34" charset="0"/>
              </a:rPr>
              <a:t>Set a comparison frame</a:t>
            </a:r>
          </a:p>
          <a:p>
            <a:pPr eaLnBrk="0" fontAlgn="base" hangingPunct="0">
              <a:lnSpc>
                <a:spcPct val="100000"/>
              </a:lnSpc>
              <a:spcBef>
                <a:spcPct val="0"/>
              </a:spcBef>
              <a:spcAft>
                <a:spcPct val="0"/>
              </a:spcAft>
            </a:pPr>
            <a:r>
              <a:rPr lang="en-US" altLang="en-US">
                <a:latin typeface="Arial" panose="020B0604020202020204" pitchFamily="34" charset="0"/>
              </a:rPr>
              <a:t>Generate a historical benchmark</a:t>
            </a:r>
          </a:p>
          <a:p>
            <a:pPr eaLnBrk="0" fontAlgn="base" hangingPunct="0">
              <a:lnSpc>
                <a:spcPct val="100000"/>
              </a:lnSpc>
              <a:spcBef>
                <a:spcPct val="0"/>
              </a:spcBef>
              <a:spcAft>
                <a:spcPct val="0"/>
              </a:spcAft>
            </a:pPr>
            <a:r>
              <a:rPr lang="en-US" altLang="en-US">
                <a:latin typeface="Arial" panose="020B0604020202020204" pitchFamily="34" charset="0"/>
              </a:rPr>
              <a:t>Compare observed scores with benchmarked scores</a:t>
            </a:r>
          </a:p>
          <a:p>
            <a:pPr eaLnBrk="0" fontAlgn="base" hangingPunct="0">
              <a:lnSpc>
                <a:spcPct val="100000"/>
              </a:lnSpc>
              <a:spcBef>
                <a:spcPct val="0"/>
              </a:spcBef>
              <a:spcAft>
                <a:spcPct val="0"/>
              </a:spcAft>
            </a:pPr>
            <a:r>
              <a:rPr lang="en-US" altLang="en-US">
                <a:latin typeface="Arial" panose="020B0604020202020204" pitchFamily="34" charset="0"/>
              </a:rPr>
              <a:t>See how interpretation changes when benchmark settings change</a:t>
            </a:r>
          </a:p>
        </p:txBody>
      </p:sp>
    </p:spTree>
    <p:extLst>
      <p:ext uri="{BB962C8B-B14F-4D97-AF65-F5344CB8AC3E}">
        <p14:creationId xmlns:p14="http://schemas.microsoft.com/office/powerpoint/2010/main" val="37949148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ebc68b0-7f3c-4577-b3f0-5291d71a0faf">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461E8E4F7969D4C8BCB20B321513B3F" ma:contentTypeVersion="12" ma:contentTypeDescription="Create a new document." ma:contentTypeScope="" ma:versionID="02301ece707c47d55064c1462317e872">
  <xsd:schema xmlns:xsd="http://www.w3.org/2001/XMLSchema" xmlns:xs="http://www.w3.org/2001/XMLSchema" xmlns:p="http://schemas.microsoft.com/office/2006/metadata/properties" xmlns:ns2="6ebc68b0-7f3c-4577-b3f0-5291d71a0faf" targetNamespace="http://schemas.microsoft.com/office/2006/metadata/properties" ma:root="true" ma:fieldsID="c0ae8da7727f67fdcf1f40ff4ad57e3e" ns2:_="">
    <xsd:import namespace="6ebc68b0-7f3c-4577-b3f0-5291d71a0fa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bc68b0-7f3c-4577-b3f0-5291d71a0fa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fa00141d-80f0-4ca7-8ba9-0163cf36486b"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B7C2658-5F4A-40F9-B587-9EE85FE71CB7}">
  <ds:schemaRefs>
    <ds:schemaRef ds:uri="6ebc68b0-7f3c-4577-b3f0-5291d71a0fa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C734B971-B1E8-4E5A-B978-487DC34499C5}">
  <ds:schemaRefs>
    <ds:schemaRef ds:uri="6ebc68b0-7f3c-4577-b3f0-5291d71a0fa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50EE2D9B-BE70-4F7F-BB1C-EA6DC9F58C9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15</Slides>
  <Notes>12</Notes>
  <HiddenSlides>0</HiddenSlide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Model-Based Benchmarking App</vt:lpstr>
      <vt:lpstr>Session Goals</vt:lpstr>
      <vt:lpstr>Why Benchmarking Matters</vt:lpstr>
      <vt:lpstr>Benchmarking Puts Performance in Context</vt:lpstr>
      <vt:lpstr>Why Benchmarking Matters for Education Decisions</vt:lpstr>
      <vt:lpstr>Delaware’s Strong Benchmarking Foundation</vt:lpstr>
      <vt:lpstr>What This Model Adds</vt:lpstr>
      <vt:lpstr>What Score Would We Expect in a Similar Context?</vt:lpstr>
      <vt:lpstr>What the App Is Designed For</vt:lpstr>
      <vt:lpstr>What the App Is Not Designed For</vt:lpstr>
      <vt:lpstr>How the Benchmark Is Built and Validated</vt:lpstr>
      <vt:lpstr>How the Benchmark Is Built</vt:lpstr>
      <vt:lpstr>Built-In Features for a Robust Benchmark</vt:lpstr>
      <vt:lpstr>A Note on Using Demographic Variables</vt:lpstr>
      <vt:lpstr>Live Demo: Building an Historical Benchmark Comparison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Faiello Matthew (Contractor)</dc:creator>
  <cp:revision>1</cp:revision>
  <dcterms:created xsi:type="dcterms:W3CDTF">2026-04-20T19:49:41Z</dcterms:created>
  <dcterms:modified xsi:type="dcterms:W3CDTF">2026-04-23T18:09:14Z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0x0101005461E8E4F7969D4C8BCB20B321513B3F</vt:lpwstr>
  </property>
  <property fmtid="{D5CDD505-2E9C-101B-9397-08002B2CF9AE}" pid="3" name="MediaServiceImageTags">
    <vt:lpwstr/>
  </property>
</Properties>
</file>